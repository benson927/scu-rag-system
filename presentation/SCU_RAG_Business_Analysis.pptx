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afa03f924c4d4f" /><Relationship Type="http://schemas.openxmlformats.org/officeDocument/2006/relationships/extended-properties" Target="/docProps/app.xml" Id="Rab24a7f3e0b645e9" /><Relationship Type="http://schemas.openxmlformats.org/officeDocument/2006/relationships/officeDocument" Target="/ppt/presentation.xml" Id="R1d24cab025e640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1901ef84ea4964"/>
  </p:sldMasterIdLst>
  <p:notesMasterIdLst>
    <p:notesMasterId xmlns:r="http://schemas.openxmlformats.org/officeDocument/2006/relationships" r:id="R271279acdff94b70"/>
  </p:notesMasterIdLst>
  <p:sldIdLst>
    <p:sldId xmlns:r="http://schemas.openxmlformats.org/officeDocument/2006/relationships" id="256" r:id="R23e2aaa1679a4522"/>
    <p:sldId xmlns:r="http://schemas.openxmlformats.org/officeDocument/2006/relationships" id="257" r:id="R472168324a4c4064"/>
    <p:sldId xmlns:r="http://schemas.openxmlformats.org/officeDocument/2006/relationships" id="258" r:id="R009f295688384704"/>
    <p:sldId xmlns:r="http://schemas.openxmlformats.org/officeDocument/2006/relationships" id="259" r:id="Ra0d7ff90af5340d0"/>
    <p:sldId xmlns:r="http://schemas.openxmlformats.org/officeDocument/2006/relationships" id="260" r:id="Re35897ac139e46a8"/>
    <p:sldId xmlns:r="http://schemas.openxmlformats.org/officeDocument/2006/relationships" id="261" r:id="R38e441f0ff184dcb"/>
    <p:sldId xmlns:r="http://schemas.openxmlformats.org/officeDocument/2006/relationships" id="262" r:id="R4b1ae707b3094aea"/>
    <p:sldId xmlns:r="http://schemas.openxmlformats.org/officeDocument/2006/relationships" id="263" r:id="R5d4f7d8fd58d419c"/>
    <p:sldId xmlns:r="http://schemas.openxmlformats.org/officeDocument/2006/relationships" id="264" r:id="Ra415a2f369b24219"/>
    <p:sldId xmlns:r="http://schemas.openxmlformats.org/officeDocument/2006/relationships" id="265" r:id="Re726fc73134b4211"/>
    <p:sldId xmlns:r="http://schemas.openxmlformats.org/officeDocument/2006/relationships" id="266" r:id="R5a60b492020f4553"/>
    <p:sldId xmlns:r="http://schemas.openxmlformats.org/officeDocument/2006/relationships" id="267" r:id="Rc460dd58ff904b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6d3b98abfb4572" /><Relationship Type="http://schemas.openxmlformats.org/officeDocument/2006/relationships/slideMaster" Target="/ppt/slideMasters/slideMaster1.xml" Id="R5a1901ef84ea4964" /><Relationship Type="http://schemas.openxmlformats.org/officeDocument/2006/relationships/notesMaster" Target="/ppt/notesMasters/notesMaster1.xml" Id="R271279acdff94b70" /><Relationship Type="http://schemas.openxmlformats.org/officeDocument/2006/relationships/presProps" Target="/ppt/presProps.xml" Id="R78c686d3f71f4450" /><Relationship Type="http://schemas.openxmlformats.org/officeDocument/2006/relationships/viewProps" Target="/ppt/viewProps.xml" Id="Rfade3c608a204d39" /><Relationship Type="http://schemas.openxmlformats.org/officeDocument/2006/relationships/tableStyles" Target="/ppt/tableStyles.xml" Id="Rb9a3280a07324d60" /><Relationship Type="http://schemas.openxmlformats.org/officeDocument/2006/relationships/slide" Target="/ppt/slides/slide1.xml" Id="R23e2aaa1679a4522" /><Relationship Type="http://schemas.openxmlformats.org/officeDocument/2006/relationships/slide" Target="/ppt/slides/slide2.xml" Id="R472168324a4c4064" /><Relationship Type="http://schemas.openxmlformats.org/officeDocument/2006/relationships/slide" Target="/ppt/slides/slide3.xml" Id="R009f295688384704" /><Relationship Type="http://schemas.openxmlformats.org/officeDocument/2006/relationships/slide" Target="/ppt/slides/slide4.xml" Id="Ra0d7ff90af5340d0" /><Relationship Type="http://schemas.openxmlformats.org/officeDocument/2006/relationships/slide" Target="/ppt/slides/slide5.xml" Id="Re35897ac139e46a8" /><Relationship Type="http://schemas.openxmlformats.org/officeDocument/2006/relationships/slide" Target="/ppt/slides/slide6.xml" Id="R38e441f0ff184dcb" /><Relationship Type="http://schemas.openxmlformats.org/officeDocument/2006/relationships/slide" Target="/ppt/slides/slide7.xml" Id="R4b1ae707b3094aea" /><Relationship Type="http://schemas.openxmlformats.org/officeDocument/2006/relationships/slide" Target="/ppt/slides/slide8.xml" Id="R5d4f7d8fd58d419c" /><Relationship Type="http://schemas.openxmlformats.org/officeDocument/2006/relationships/slide" Target="/ppt/slides/slide9.xml" Id="Ra415a2f369b24219" /><Relationship Type="http://schemas.openxmlformats.org/officeDocument/2006/relationships/slide" Target="/ppt/slides/slide10.xml" Id="Re726fc73134b4211" /><Relationship Type="http://schemas.openxmlformats.org/officeDocument/2006/relationships/slide" Target="/ppt/slides/slide11.xml" Id="R5a60b492020f4553" /><Relationship Type="http://schemas.openxmlformats.org/officeDocument/2006/relationships/slide" Target="/ppt/slides/slide12.xml" Id="Rc460dd58ff904b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09a3bd547e4d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ada8e172d04431" /><Relationship Type="http://schemas.openxmlformats.org/officeDocument/2006/relationships/notesMaster" Target="/ppt/notesMasters/notesMaster1.xml" Id="Rc3d59d99df514b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f3a63d16194b4b" /><Relationship Type="http://schemas.openxmlformats.org/officeDocument/2006/relationships/notesMaster" Target="/ppt/notesMasters/notesMaster1.xml" Id="Rb2c12f145e6b4e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9a129a823949bf" /><Relationship Type="http://schemas.openxmlformats.org/officeDocument/2006/relationships/notesMaster" Target="/ppt/notesMasters/notesMaster1.xml" Id="R54d881b265e74d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de4edb4a4b4d9b" /><Relationship Type="http://schemas.openxmlformats.org/officeDocument/2006/relationships/notesMaster" Target="/ppt/notesMasters/notesMaster1.xml" Id="R5660b560d8ed4b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2c5720013b4ea6" /><Relationship Type="http://schemas.openxmlformats.org/officeDocument/2006/relationships/notesMaster" Target="/ppt/notesMasters/notesMaster1.xml" Id="R8c1c5bd10eb143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a9c487bb6a4b72" /><Relationship Type="http://schemas.openxmlformats.org/officeDocument/2006/relationships/notesMaster" Target="/ppt/notesMasters/notesMaster1.xml" Id="Rf0587756040b47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8a242eccc64111" /><Relationship Type="http://schemas.openxmlformats.org/officeDocument/2006/relationships/notesMaster" Target="/ppt/notesMasters/notesMaster1.xml" Id="R21e6e8beadda44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81ddda4d584b95" /><Relationship Type="http://schemas.openxmlformats.org/officeDocument/2006/relationships/notesMaster" Target="/ppt/notesMasters/notesMaster1.xml" Id="R0b0b2eaedc7749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fb904caf0b4839" /><Relationship Type="http://schemas.openxmlformats.org/officeDocument/2006/relationships/notesMaster" Target="/ppt/notesMasters/notesMaster1.xml" Id="R12ecf03244a448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684101b10f4f64" /><Relationship Type="http://schemas.openxmlformats.org/officeDocument/2006/relationships/notesMaster" Target="/ppt/notesMasters/notesMaster1.xml" Id="R30272fa7317b41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a98a6ee4dd446e" /><Relationship Type="http://schemas.openxmlformats.org/officeDocument/2006/relationships/notesMaster" Target="/ppt/notesMasters/notesMaster1.xml" Id="R5227ea0ee8174f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eed8aa7ba74a71" /><Relationship Type="http://schemas.openxmlformats.org/officeDocument/2006/relationships/notesMaster" Target="/ppt/notesMasters/notesMaster1.xml" Id="R2fab458f57994b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50a5905044d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5b2b791abe4ee7" /><Relationship Type="http://schemas.openxmlformats.org/officeDocument/2006/relationships/slideLayout" Target="/ppt/slideLayouts/slideLayout1.xml" Id="R70758c816ce447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758c816ce447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17f4bb56243eb" /><Relationship Type="http://schemas.openxmlformats.org/officeDocument/2006/relationships/image" Target="/ppt/media/image.jpeg" Id="R6f0949374e3c48e5" /><Relationship Type="http://schemas.openxmlformats.org/officeDocument/2006/relationships/image" Target="/ppt/media/image2.jpeg" Id="R0ca8b074fd7046da" /><Relationship Type="http://schemas.openxmlformats.org/officeDocument/2006/relationships/notesSlide" Target="/ppt/notesSlides/notesSlide1.xml" Id="R7af12dbcbd7e4e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08ff8226c41e9" /><Relationship Type="http://schemas.openxmlformats.org/officeDocument/2006/relationships/notesSlide" Target="/ppt/notesSlides/notesSlide2.xml" Id="Rf83476214ae148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f277de287498a" /><Relationship Type="http://schemas.openxmlformats.org/officeDocument/2006/relationships/image" Target="/ppt/media/image3.jpeg" Id="R72f9a24df9a349c5" /><Relationship Type="http://schemas.openxmlformats.org/officeDocument/2006/relationships/notesSlide" Target="/ppt/notesSlides/notesSlide3.xml" Id="Re8e4d8b9709746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80fc8427544e2" /><Relationship Type="http://schemas.openxmlformats.org/officeDocument/2006/relationships/notesSlide" Target="/ppt/notesSlides/notesSlide4.xml" Id="Rd1e485f272664d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b9d19cb4142d7" /><Relationship Type="http://schemas.openxmlformats.org/officeDocument/2006/relationships/notesSlide" Target="/ppt/notesSlides/notesSlide5.xml" Id="R0bda36040c1f42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4dc09b5b44b60" /><Relationship Type="http://schemas.openxmlformats.org/officeDocument/2006/relationships/notesSlide" Target="/ppt/notesSlides/notesSlide6.xml" Id="Rb96bf6d8dd1047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536aa67054ec4" /><Relationship Type="http://schemas.openxmlformats.org/officeDocument/2006/relationships/notesSlide" Target="/ppt/notesSlides/notesSlide7.xml" Id="Ra5665d78b2de4b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60de8f5f84900" /><Relationship Type="http://schemas.openxmlformats.org/officeDocument/2006/relationships/notesSlide" Target="/ppt/notesSlides/notesSlide8.xml" Id="R64ad3c8976774d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ccdd354c44f94" /><Relationship Type="http://schemas.openxmlformats.org/officeDocument/2006/relationships/notesSlide" Target="/ppt/notesSlides/notesSlide9.xml" Id="Ra9eacffcd9fe42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55969d0ca49e9" /><Relationship Type="http://schemas.openxmlformats.org/officeDocument/2006/relationships/notesSlide" Target="/ppt/notesSlides/notesSlide10.xml" Id="R275099e20f5d48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43322dbcf4b54" /><Relationship Type="http://schemas.openxmlformats.org/officeDocument/2006/relationships/notesSlide" Target="/ppt/notesSlides/notesSlide11.xml" Id="Re68ea9d243c946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0885c1b834428" /><Relationship Type="http://schemas.openxmlformats.org/officeDocument/2006/relationships/image" Target="/ppt/media/image.png" Id="Ra5ea59e3f6e8496e" /><Relationship Type="http://schemas.openxmlformats.org/officeDocument/2006/relationships/notesSlide" Target="/ppt/notesSlides/notesSlide12.xml" Id="R38bbbf7514f94f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FD9F22-E23A-4D72-B463-B7539A80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B36CC-AF0F-448E-993F-0F702056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B8F96-E860-4832-BEB1-8B2D83E0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57DA9-ED69-48C9-B5CE-D389DC22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312A1-6025-4012-AC28-FB1F1FE5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16821-AA37-4835-AB2F-F7E0CA9F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50CA1-FCBC-4895-9D95-C0B77276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82856-746B-48E0-BC04-D310E9C6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73E64-EFD3-42A4-940E-ABA45291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DF9B5-4184-4A1B-AAD6-F468279D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E1B91-219D-4D7C-9ACA-2E346013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3A84C-1061-4951-B426-548EB5D1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12006-75B6-4104-854D-46B7FB99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0FEAF-78CB-4BB4-94C3-3785E77A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ABF5D-F5B8-44BE-8FDA-7E657CD8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1BFD8-DCD8-4499-BAF8-CAE69087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45D08-9749-458E-B367-4F5093EF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F09B1-A05C-467E-AE64-769F8913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8D49B-A862-4627-B1B8-77664B1D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DE915-FA38-4235-A992-C3F6733C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1EBAEA-C4F5-4E62-8ECB-C52B2A66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D02F4E-95BE-4E3D-873E-F11BC9EC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E111F-309E-4819-AD57-3732B8CA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2B7B99-1C64-4311-92D3-87137636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AE931-21CF-4B5A-A367-C15FA714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EA10BA-B601-449C-ACA1-85F90933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ABB2AA-230C-405A-8403-CD7F1826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7DEF5A-F3BC-4ED4-950B-51252AC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5AEBD-9042-45BF-822D-55AF2FFE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761169-D168-4109-A556-E6FC7085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D63022-2E99-420A-8C16-722C1F24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433070-C025-4E5C-978E-623277C0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420489-E464-4DDB-BA19-A8AC6B66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DBD7AE-C283-47A1-B409-413DC28E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9412F3-54C0-4734-9742-07144E46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07CEED-89BC-4C2F-8C12-48368228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A3EAD1-C665-45DE-AB84-699B1630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80B9B8-6094-4007-8EAF-970C1E3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01323D-05C0-42C6-B220-DA1FB6F9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1ADBB3-B1C6-4ACE-8B19-9E1D8D46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A06E68-C626-4883-AAEB-8212F27E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FD0A6F-CCD3-4849-9A87-68A2BEE7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B3920D-4ED2-4C13-890B-851C65B1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74F1C1-83B9-4A5E-9355-CBB88E3E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00CFA9-0FDD-4CD6-916E-9CDA63AF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B5DE85-7B15-4489-965A-7C404BE1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11CF74-0CE2-4ECB-91BD-F76C1063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0D1317-93B4-46AE-B168-66C62D10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A87C8C-85D2-496C-959F-262B17B6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A2041F-5FA7-4520-BBCD-D84733A2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91BE0F-395E-475B-B70D-5ABCB442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BEB016-0D87-4A57-837B-8E96C8B7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62EE96-0124-4C5A-A73C-22400F4B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4CAA0D-DF5C-4E65-9AEB-DC00B370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81966E-B9A9-4A91-BDBA-BE689EEA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646740-992E-494E-80BF-12A307D1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3B83FE-B559-4179-A1BA-EB3FBA08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2241A7-D8B1-4C7D-977C-384A10A8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0D56AA-773D-448D-A982-4F893E03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C4653E-8842-4BF8-B965-FEA9C72C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759882-04AA-46C3-8485-76FB9F48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431325B-9A28-4D28-A6F5-CB8C197A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6642DF-BFFC-44FE-9BA0-EEE09804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A5876F-39C2-4A1A-B0D8-54DF3E48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E88D5F5-A8F8-454F-8B06-2F75DF3B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F539C32-A78B-4482-8FCA-08997800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FDC599-EF0E-44D1-8A10-76D6D303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76A19B-8E65-45A1-9756-FA080C74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7FC152-2F65-451D-AD8F-506EB95B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683E2C-050D-445B-B1AE-3A99EF2B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640E09D-FBC4-483E-B122-E4A49E02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8356C09-48DC-49F8-A90E-9927D352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71A440-DB2D-4481-9E23-9C9B50BB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96B74D9-F3F2-4D7D-B73D-D8E05B65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37ED753-7176-4B28-86BF-05109127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4C8A000-5AB5-41DF-919E-B827FD97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0D045AF-80A1-4B2E-856C-3934C535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72409DE-937E-4E82-A640-54D61F08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E81BFA-23D3-4401-9B22-C4974AEA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33FF28B-1D8D-424A-B1C3-62E00D90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8E38DF4-7F2A-4580-B03C-C901307C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9ECDC7E-4279-4D1A-A8B0-2163C078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15012C-7992-4296-80EC-7C3FC31B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4B012CC-1D34-40F0-B2CB-FF308821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102A7D1-AB3C-41D0-A259-9B52E2E5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BF19B4-0DAA-47C6-A544-FEC8BA08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788190A-2FF2-4877-9600-B77DB20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9BA6B9A-6AAB-42A7-90C6-2B185DE8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57ABDEB-D38B-4CCD-9831-389D9361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06B3D48-E417-451B-A6EE-64C3CF12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795D7E8-2A67-4DF9-B91F-2404FB3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95C4033-2CA6-4BD5-9B3D-4D2EBF84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6E4030D-60CE-4853-9916-E65B15A9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7953429-EA9A-41D8-94CD-5C4D6638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11CE7D9-AB29-4C94-B4DE-A4A71A4E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C56CA5A-480C-4C12-8750-29321ED0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624C62D-29FC-431F-8A7A-E59D17E7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85A6A42-DD96-4EBE-AE03-83D4D8FE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D95F83C-E978-4D35-B517-5CBD663F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E952B16-131D-494B-B63F-A35C6EC2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C228521-6A88-47F3-ACDC-9A96968D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1AAC8AE-6C8C-423F-BB5A-90D5C787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111163E-6E56-4EFD-913B-8F6A00FE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9DE6F74-8D9F-4165-9FE8-EB641F62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F21DC94-AB03-4D07-A268-1CCE676A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BCAFA6A-2DCD-4544-A7B3-9CEE34B3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58E5633-6EB4-459B-8B5C-C13D1B49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7D8977F-0F59-4537-8497-4B7DCC6C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166660B-333E-4280-BF27-7051335A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7308898-E874-476D-90FC-AB6212A7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DEE91AF-921A-41C6-86DE-39C0E03F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CAE69F2-D11B-4D51-BAA0-2982AEE1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B0E036F-5C14-4E24-840C-107E9DAD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70793C9-18CB-43FA-BB44-08522B29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1AEB364-9453-4CA4-B4F6-E2DDC690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41C0C35-9070-40FB-A5E7-3EFB2F56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83D9453-D924-4F56-931D-4D6078C0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CEFECEB-4F41-4566-96A2-4C93CD49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805F39B-2B0D-4D3B-80F0-50C0F3F2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FA16950-AEE8-4588-8F3D-C22FC461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F9397DF-E4A9-4C8C-B6D7-293310D9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E143E0F-9FA0-4D4A-B856-2EE915DB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5F68BA5-4310-41B9-97EC-CFB50199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28FC237-28ED-4216-9BA0-DE122875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3E70AC8-B596-48BC-9C03-7FE229AD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7DF41CF-7514-4490-881E-E5484659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017D11C-C3AE-4BBA-B387-1AE700D7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78BC373-BC96-44CC-8153-C6A8AEA7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3C16A91-D3A3-441E-96EC-F45DD4CF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22115B1-090B-4564-9940-12443EB9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6341812-6DCC-4CCD-B0A2-9553E0F1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1CFD09E-8E7B-4096-8E6D-1211AE72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0800E57-8C43-4F56-8CE0-106483EF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1CFF0AB-1D83-49BF-B4A9-E9127457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65138CD-932C-488C-B821-76AD2E70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0ABFC6C-1479-4BB5-A283-D9433C52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DCB8A37-0653-4ABB-8CF0-FBB596A3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E66727F-A637-4C86-B3F8-6982696A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AE8B038-DD06-4282-89F2-D7D364FD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00D0667-7F59-4131-BCE1-39DC92A1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9B5D24D-66AD-44A6-B051-266A51C6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71AD29B-40C6-4359-93D1-6F57EEB5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B86C98E-0BB8-40CD-99B5-16520C93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11C92CC-0486-4F73-86CD-A376B20E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DD229E3-226B-4F1D-A30B-D76E9827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94670DE-AD94-48B4-9569-ADC3FBED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1115A12-5549-478D-B2B9-216A158A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A13A791-5848-43A3-BF98-A0D7150B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FE78F91-AFB7-4AF9-A51F-2CE36313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371B3CB-76B8-4A1A-AE36-8B539E24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BF3B029-1CBC-471E-8B39-697714A3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510EC15-C082-4B85-BB55-E602F38E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C4FC91F-DB76-4E61-96ED-FA0D08BC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5A30C6F-6F76-405E-A9A6-65E5DF95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8F1FF68-A06A-405F-BD13-79F092F3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3D578D0-1EC3-4BC2-91C8-2D4E99A3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B93C70D-C8AB-454D-ABA6-119E6405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7D59C92-F0AD-41BF-A629-8E38A541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9D86014-124A-4FFD-B6D6-0C03BD5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66DDAB8-6A4C-4D70-84E0-16158F02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57EBA3C-93AC-4035-896E-A188D8A5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0C588CC-99D9-4794-B71A-CF2F7DAD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A113895-3C56-4256-B95F-3160270E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A14D136-3262-4A44-B862-AFFB0D70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043A663-14C7-4223-B282-45D8F0ED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F38F7BA-B20A-45B1-896E-07079803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79099DE-69D2-46F2-BF2F-9832E049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1048FE8-B482-4B11-82EA-7D8FF5D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AD45352-EAAA-4E42-AF52-36E5318A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B52AE54-C479-4BA7-BE14-7492CD4F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615AC56-ED7E-42F1-9721-C5288AC5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127473C-B9D6-423C-B1AB-CB0BBF22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F2A9985-70F3-4CC0-A9A3-62B20AF1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1B9652D-F693-45FC-B53B-C0D81E5D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70E14A5-AB1F-4A3C-BC7B-CB2A3DD4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526CC37-599B-4B6B-AED2-9BFCCF9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920DA20-A22A-4B0B-973F-4EE978F6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A567BF9-711F-4D30-B56D-263B8A19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CADD2D0-D22D-48FF-AA3E-DFAC3868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B125537-11FA-4CCD-BA20-8DD35146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59D3C22-927C-4650-9379-8E644753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916CBDE-EB57-490C-9701-98ED1FE8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A2A048A-A52B-4D41-AEEC-030C1DA9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EA22DFF-EFEA-42D0-8217-0DB444CE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1F86B0B-8DC9-4C56-A1F8-FF1DDA32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9744FCD-3CE0-4475-845A-CE749F63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B51B4B4-10E6-47BD-99E5-F26B8376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D87D086-8754-43FC-913D-CD200AEB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6FF6335-E1E4-4292-829E-35A93E31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FD1BA86-14AD-41FF-913A-82388CF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2D9A97D-66CF-4174-9616-0FE76A3D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CBD9A80-3ED7-4FA2-B306-1039B93F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BD1237A-88B0-486C-813F-A0620665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9C248DA-63D8-4A96-8F31-4EDAF318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8297028-8158-4043-A18D-9FC045B7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CFB0F7F-26B6-4DF3-98A2-F7E054B2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7363F09-14D7-492C-83B5-E2F534C3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6F538C5-7B4E-40C4-B9BC-EE1949FE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3EADFA1-0A10-46E7-89C2-4723AD54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DD64614-EADA-46F3-9668-498E8857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382C6EE-7052-4570-A1C3-9B7963C9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5789610-1C34-40A1-927C-1A75BACE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289952A-EE69-49A1-85D8-71D54632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B999605-C4AA-44C4-802D-57063B6D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1E2C4C88-B48A-4E6D-98B9-B83C8A38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61B1F25-AD7E-4C06-88FE-DA32A72E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1EEBD42-3B24-4BD1-B144-B1E8B2AA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279110B-0D97-4CB3-BC1C-B0F61461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0A1E9BC-141F-454B-977A-A0C7ADC6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FD098D9E-67E4-45C0-80FE-C2CF683B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90B8602-E7D0-478C-9B17-8BDD345B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5D2487B-1B6B-4EFB-A0F0-FE48F131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9D95B77-337D-4B56-AD2C-E0BFFE9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4AB64ED-33E4-49C7-93CB-F9B7E482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E8FBD53-948A-4C1D-9E5A-DDC4FA8C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EB87843-0465-4269-940F-A478178B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65ED33BD-67A4-4178-8454-BBCBA23A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96A39BE-C65B-43C9-B5F4-A1FE5202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1D24378-7C12-402C-911A-C6968B16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EDCE7B6-B92C-4FA2-9575-CFD0003A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86B4E8E-2211-4213-879E-7490E4CD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BAF92D3-AE28-4C9E-B08F-9F2DFC97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BD4096C-CA95-45A8-A533-A81C67F9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E03043E-7376-43EF-A733-CF75A894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E27494B-34F4-49FB-97CC-7E054B17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F00E97E-8F55-4C3E-9B3B-F85BC3F3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E1AEC1B-3F8D-458C-9711-E5DA3D44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2918240-7D83-4D28-83EF-350BC955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BDB3EBE-C818-45C3-99AD-1DC9CBC6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7F3DFFD-CC92-4454-9CE3-BA011E0D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317B710-EC09-4258-976F-42A0B335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0EAD47C-45B0-41FD-9A97-E5ECF955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288F962-54A6-46D6-AA5F-386F0168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536EC6E-8D97-45C1-97F8-856CF385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BB7F781-0B2A-4CF0-8A39-D2928B1E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C6E7DAA-F29E-4C02-987C-FB1FCE3C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928C017-E990-4681-A95E-40C95A13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DA6D794-05AF-4D02-9D03-E122BF8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E4E862A-A303-4BA8-ADDD-CDCD538C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D913401-C528-459A-BB85-BE0AAA48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292E310-598A-4D90-9169-1FA83655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C0A1569-DBD3-478D-A516-1AA08E3E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10A3686A-581A-4943-ABBF-9D5030B2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5B1F0F4-6362-46F5-A5E4-B3BB6703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C092845-A8DB-43AE-99CA-DDDFD5AF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85D26F8-942C-4C7E-A3E8-67219F93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8C39368-38A1-4256-9265-64021175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945CEB36-5959-4CC9-BE1B-9962BD92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7B82944-F2BF-4ECB-9C30-B38386BF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4D727BF-BCA7-4D2B-AE8B-0D2E19C0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485262F8-B204-4380-85CF-E94A35B5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4606FFD2-340A-4D52-BA3E-E73EC9F6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D7530C1D-AFE8-45A8-A0AC-C7943C0D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01A48AF2-72E2-4585-842A-0A907FAC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C27D71D3-8152-429D-B404-FB0629C0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04AF1F2-72CE-42E0-ABD7-487157F9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84FAFBDC-9A88-4802-8AE7-0F6ECB45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C5AB4B9-3EB0-4829-9D1D-AB880282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F33683E-3FFC-48B6-A63C-75EC24CC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00509CA6-D0F0-41A9-B54B-B341A61D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C9773C6-48D6-44FA-B9BA-79F55CFB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CD6F3A0-FB6E-4953-8377-28FDBFA4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A01FADC-C37B-423C-8F19-E8AF6A8D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F9D18E7D-90DA-4A3C-85AA-33605701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41FF133-9B20-4847-AB9E-6EEAB02F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4156374-BA57-47BA-94A6-53B06EA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20101E0-DE3A-4216-810B-DB2DCEB2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8C063DD-B3B8-4F4E-92E9-688AEA7D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73EBE191-59E9-4FA3-B5F9-FB91E443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E4A5B2F3-E920-40D2-BCAF-99431ADA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2D2EDE5-38FB-4E16-BC4E-AB0B4605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FE66CC27-C4AB-493B-BEDE-25D0FA66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30AEC1EF-253A-4AC5-B67A-C9DF910F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C6A0BCD5-B8F0-487B-90CF-07530566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DA2B5B8A-F3DE-4790-A53B-DE1432F8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12E72BC-D3C2-4FC6-A222-9C8D75F8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550F0691-61A6-4567-AD9D-90F15D6B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A5A9DA5E-7E3C-49D7-A1A2-232D9AB9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1147DF19-FF09-43A4-9DD5-B10C1A2B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8629F1A-C7A0-409B-A0BE-1D55BA5C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CF3D8323-179B-45B5-945F-506CA8F4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8556A547-8A36-466C-8CC8-8F858B64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0973EC8B-107D-4527-A852-EB6F059F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1CBE498-9280-4585-BE55-02DE4F78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2CFDCD31-E332-457F-8772-10E983F9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35E9AE2-C2AA-4EC4-A407-BFDC19CE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A4D5A06F-E245-4B68-B265-F3FCF787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7EF0235-4F58-4A01-8D57-213EC08F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751BF30-DDDD-40E0-BD8D-7930C598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AC7FE1E-38D9-4B20-9DE0-B116F8DD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15C95E84-F9D3-41D8-AF4C-EFE2CF50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AF90C7D2-1BE8-4434-9C1B-5FD256D6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FD20D87-3481-4E09-84B4-0D18CE2F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1010C96-3F4F-44B8-AA27-B583E5D4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A2D0D045-518B-4072-ACA3-4D411E52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F3F26823-787C-441A-8A6C-25CCC39E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6C364752-6837-4B2A-98E6-96313CAD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42271BB-7702-4044-A5F5-2957AA73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2963E89B-B4A2-4023-ACEC-84E1DE6E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129A1D65-DBED-43D9-B12D-CCE72017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5FE583E2-BA62-4FDE-93B7-3D7A24F2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692ACDC5-456C-469C-9A14-BA511185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93234227-8773-410A-B14B-CE922425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3C9510DB-0A5D-4FD6-A1E6-2D02B209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FA976F70-9D00-4E3E-AE9A-96CD833F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E7F83046-3EEC-44C0-828E-C2AFE58C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ABB132A-D022-446A-955A-18C4B4AF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7157C4D-BA4F-46B7-B6C4-6F739EED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6CB6C06F-A534-423B-B1C5-FC35F151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E6D6C5FB-37B6-4DA3-A398-ECECB000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E8DB04BB-70B6-450F-97C9-61FCF4B4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D861550F-3B95-4D9A-86E9-9E7AD510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3AD6EA72-C03F-4758-A22A-D01BFD43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CEAB3923-96BE-4669-8FD9-2D406EC7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87DBD575-6C54-4D0F-86BE-B37F17AB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58169455-5976-4CC8-AABC-19120076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8E7B8E3C-4F31-4655-86A1-E0270B1E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FEA6FDC9-77C5-42EA-8861-E6DDF38D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483F867E-F5A0-4C61-B754-8449189E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975A4D5-31F7-4D87-B80C-F9D4DC70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D0949689-72A7-4563-8901-DBF8378A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C82C889A-C646-47CC-B6D8-3B7AE829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07EBD113-159D-4B6E-A6EB-7DD0DA2A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5C26F1FE-780E-4E27-A394-1EE51AC8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F7EC4EE3-644F-4840-8A22-B469C652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4A7136C0-2E21-41CC-84E3-194BDDA4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50D04386-8D95-4B55-9901-B75057FC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B9DC32E3-EF8F-41FF-9890-5EA8AD52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7BFBECC6-C38C-4A3C-8A89-A72C2521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84C4B21-C7CA-432A-ABA2-DBD1D59A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999A7FDD-0BDE-43D6-AD02-B8EB0DCD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9C2220C-F050-40BF-B614-B0B42ADD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147C5CAC-660F-4D5F-9873-73775561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59B4CEA7-07BF-47D0-AB45-ADDC18D1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8C47F16F-CCA6-4527-B3B8-DCDEE4CC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62B9FB97-0A5C-4C25-96F6-FDD0E40A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F42459A8-2599-4B08-A69E-DF7046F4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1872DF52-6491-4247-94FF-5D9772EF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09E8A8DF-C1EC-44D5-ABC6-96E2378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904DB2E8-07EC-4033-83AB-7640C777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AB3C521F-4063-4C51-B9ED-954E8BEB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125FFE73-CEF0-46FD-AA73-C5019334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B0C6BC57-21D6-4EE6-80AC-B1796B29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6CF8DA2F-1413-4822-88A6-7FB98E78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85A2E3A3-6EF0-436C-9B45-2A77F930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17064D22-D098-47B4-A5BD-4F5DEE86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E71D8871-3455-4144-BAC7-8C12A10B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4E381E68-4AB6-4284-8C65-1EF19F77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4EE2E21A-3173-4805-A07C-78556531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83A78D8D-A8D9-4F29-AAE4-EC8C6507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F3E71EF4-79E1-4617-8D5B-1175B943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7C3CE060-D6E8-4CCC-8A48-05BC6539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DCBEF2E0-2436-4183-8DA8-71351068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99B65FB1-1233-4051-AAA0-19860F97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DEDB2F14-572C-40B3-B7A4-EF91D2BA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61139720-4F45-4F70-8262-DDE363EC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A91864B9-092D-4C9E-ACB3-3E94A57D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0BDD9710-1354-4401-90F8-C65BCC4C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0F815B01-6CFE-40F6-927A-F9529EC1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3814C76-C967-4B91-AEA4-18DF7CFE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56609EEE-3A5A-4A0C-ADCD-03B48F69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A49AAF2F-6D8F-4480-BE39-EC424A7E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EDDFF900-CEF4-40D6-92B2-AED474FE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6E7D26E-4C8C-4E7A-98CA-259FA636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35F11B82-4553-41A4-BF30-BECE2F35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0FD0DE0F-03C8-445A-BB0B-C775F1AE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FDC8166A-BF7E-4872-B28C-98AE51EF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B7D6E5F6-FA93-428C-A61A-A52FFF33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3A504295-79ED-4D93-B7CE-665F0ADA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27F7C13C-8069-451A-9739-1F6F3A16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25921508-566E-4C84-A96B-62752D7F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3C6F0759-4354-46E5-8459-6B3D270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940E765A-8064-4A23-8E7D-A49C34CB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2983E2B2-0EC1-4307-B8E6-1781D3FC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F0A70135-F193-4140-A5E4-41CB6E67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7565187A-9226-4B42-88BA-0DCE9DF8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32CCA86-6565-44D6-AC83-18C1924F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1105C5A5-6866-4F0E-A986-1D4A6634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E527F633-9517-468E-8E50-842F9E18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FD70A298-AB51-4984-A3BB-F6D33F57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C30DE133-8CEF-462C-9039-6F7BFE6A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7A618262-B3A7-4333-8B0D-F137D699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8A077545-6781-4FA2-B2DF-86C56456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34605BDC-4F73-4C82-B16B-9868D10C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54C6A4E1-D616-4795-9A72-9E144299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7BA01CA8-EDBB-40A2-A74F-65D840B0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C1EB0055-DB5D-41BF-B74D-D7739D80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2DDEF015-A00A-42DA-A4BD-0F8EA9DE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403014D7-C099-4AAB-B110-F4E07686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B198A73A-1D8C-4E11-A229-E32C12C2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0386510F-6E10-4332-AA04-B7B63EE1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1AB6AEB6-3271-4B91-9A58-CC7BF523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2092DEB6-07DD-4C84-8C62-22116FCF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B1793BE5-A0E2-4BBA-ABA2-AE110202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55C2B544-A64D-4DB5-977F-21BB87F7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39F2C6ED-9D4A-4416-9202-0891A7ED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FDD809FA-3596-412C-95FC-ECD466FC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7C9996E3-9F55-4F8C-8C18-C12A2710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DD4EB9DD-A142-43D1-8D41-21EA58DF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7208F4AC-E3A5-4243-BB23-B9C088F2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667C5CDB-EABA-42E4-BC01-F0611C9E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16B4900D-74FB-4210-8D96-BDA3D828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791BE196-1681-4872-9E21-73C04F55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D7CD8867-F255-46AE-8124-86F9DA63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B53966A0-DD41-4EFE-9A4B-2967C803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DF2F7729-9E55-49AC-905B-D2F84DEE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46838B26-CA18-4029-8891-D1CC76D3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694AEB97-A39D-4446-AA1B-501A6009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DCA2AE90-B41F-42E8-9975-CDD9D71C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C9A22C73-C27E-4AB2-9577-FAA05BA9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0CA914B6-4DC2-4857-9679-6A40E998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A5B72640-B6F8-4392-8571-7BB6141F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07D50FB9-BF84-483C-B464-DA8ACCB3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9AB0CA0E-7F2E-4F30-8DE8-458364BA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75FEAD2D-2400-416A-B853-9C5BDAEE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141B3AAF-FF77-41B3-B3EA-560A5EBA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96A1F700-C926-4893-BA4B-F50F4C3E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6B5DC259-A11A-4D8F-8AA6-13E6E178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7C20F749-189E-4BB4-ABDD-5FB3AD17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AF3FAC7B-E8D5-4F3C-B42E-74221791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A95E2962-085A-4387-925A-FE9DBEA1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7781EEDB-90F5-4B86-93E9-631C6F86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14F4B0E5-CF3B-4732-9DB0-1CF3B9AD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AD8D8460-D446-4FD0-9E47-E6FB95E4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FD62530E-2C11-426B-ACBE-140B63B2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956AF698-FCA9-470B-9A47-B4D5E7FE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4008EC51-3467-472C-992C-2F8966B5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4A0C7303-0261-4D61-98F3-92D6FAF8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A62D1241-29A8-415F-BED0-41E62022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C28C275C-005F-405D-940D-D3DE049A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375F617D-846B-402C-9A96-C7388CC6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64299B84-23AD-4405-9641-224C2997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11B1A538-C8AF-41A4-8F3C-93091815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0AFA4738-4B32-42C8-969E-A5438E11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D1BB165A-91AE-47F6-BBF1-72BFDCA6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5E15DBEB-2DE1-4C07-8206-FDDB0613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AC4CD6CE-8B13-4D43-BA96-C63BB56D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E1506CCD-9A3A-4709-A7D5-2E06C7F7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1B1A1CEE-1F60-4CE1-9F87-F813B1C8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1590E05E-DAE1-4637-A7FD-B929398A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3DAAE508-0959-4768-94AC-238C6FCE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111DA674-2614-4096-9E83-B2602AB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83A0D65C-DAA6-496A-B0DA-926FBD43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3B21B542-A1F2-457B-9468-1743A1E9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00825E2F-844D-4C67-BFF8-4853811F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53944C10-88C2-4421-9ECC-578D6A8A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EFBFD4D6-D758-4147-9877-BB1C28D0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A8CEBAAC-8645-4403-AD91-08C35D87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41752E0B-7F47-4053-A2E3-0386A8DE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382D613A-A1F8-494D-A622-4C8C8746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8EB73056-84EC-4798-B6BC-6DEAD150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6FAD108E-07DA-4852-B84E-15E6481E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5E4CDF9F-C1C2-4FDD-9D99-40D0CCEC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0F844696-FFE1-4366-B0AB-2E0088E5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462C77B6-0910-46F3-ACCD-8AFC8EA8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CE72A393-9100-487D-B72F-F735A910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433C663A-7C0B-45F6-ADEB-368E94ED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19E45E75-3C88-442B-9079-5E664CF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9B61C04D-B43C-4163-AA4B-3A38BB06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1365F2F2-C0A2-48B3-80FF-EF221555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CCE90B9F-77EB-445C-9488-512169A1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D3C0CEEC-F4B2-426A-839B-680A028C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54D77999-9FFD-4E98-B717-39FEB8FC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05F9C835-08FC-4887-83F4-430D6390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0352377B-BD34-4C32-9A2A-CA88552B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8FD686A5-7B4B-4F69-AB05-A2F4DE1F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6D6F948D-0347-490C-80E9-3AF539F7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4F8072EE-E10F-4AB4-87BB-AA002FE6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2B038A3A-291F-4248-8D28-5EC9307C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06E8B183-9BA0-463F-8B59-F2E36BF7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8F4B7FD5-66E8-4903-A265-0FAA9D71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A78AE782-51E7-4DCA-BE22-B0425B2A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D1148DD0-22BA-474F-A836-1D630136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26AE3EDE-A754-454C-A9AD-ED2B23AD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5C961C67-07A2-42CA-9D09-6602B1FC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63CC429E-EF3F-4B9B-9763-F4271C8A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FE487184-E810-4C58-A337-564D659E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7B1CFC70-66FD-46D2-8EF9-B2E49750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403971DE-EA23-4BA1-A1DF-04F9CC20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7315D806-0F9C-4E98-9AAD-D3E6E60E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D0599B03-FA99-4947-81B6-3449E85E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AC4AC70B-DD7E-4B08-8E54-31057409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BA88DEEF-B7A1-4D4C-9889-6539F769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7F66689F-D646-4907-9B07-A6117D1E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D32DA50E-C66E-4B8D-8BD1-1833DED2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A4D01E64-D550-4769-8D3E-9CA24C38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98387342-5B87-4F29-A05E-82EA5F06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408B616B-D48C-4DB8-B444-9DBF7ECD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EFC15175-F1E4-444A-A568-FE8B28AF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79282E66-5459-4880-AC52-2CCC1AAC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8DD17F98-8F0F-4E3A-8EC4-0DC83638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2EC7A420-6311-4CBD-8D96-EF8758F2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A2D7A7B8-E62E-4067-BBA3-636BF18B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234FA036-9BEB-475A-96F5-DD4A012A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C59DDFA-9C52-42EE-84BC-4B0E1500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DD7DD07D-B747-478E-A7C8-4A9DE67B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1ABF9488-2ED0-4087-94F1-FA86D73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0155738E-341C-4BD9-85F0-6F8904BC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75F6418F-9005-4D0D-86F8-9A68877D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62F15F5A-3683-44CA-B75B-E785AC08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169D66C7-8D29-41F0-AD51-93616FF6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F3AD06B0-3514-4CB5-9186-B5645BBA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D2783781-3AC8-4971-BF6C-0E9062A8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FFDF0355-8E42-4682-8958-3A6A15DD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54B952B1-A531-412C-AA4A-69279EC6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01E8075F-BDC3-487F-A978-A80E604F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E5E6C9AC-0BA0-4D74-8D27-D23DDA78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E9DF2DDB-BC34-464C-AC6E-2093C5CD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8BE0B078-C093-430F-8B70-00ADC897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2ACAECD7-27EA-41E1-B409-A9CB772C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33F24F0F-ECE4-4181-89D9-C2EF332C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AC03C370-D282-48F4-963E-6108560A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64BBCA77-5396-42E9-9819-BCA10036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12E1CC55-3C77-4A70-B4B9-4FF61459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411E13C8-8D59-4909-AB01-C5DEB530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5BB6493D-E369-4E4F-B5E4-A442D3ED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8594412B-C41B-446C-8A88-4EC342D7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A5F51B82-526C-401E-B13B-1D6A7ED4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DEC6F995-C83B-4DB8-81C0-E2C387F1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2F097236-AAB2-4A85-ABEB-8C48EDD2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FE446FF3-53C9-4778-B51C-39528382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051B2CDF-53B5-42EF-8360-AF096D0C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9E4213A0-0997-4B26-A1DF-6B3E63F5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A766587A-E0CD-4B8C-B896-C8DC4494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884FC083-83C6-4A21-94DD-ABE510C2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C22657AA-D9B1-4217-B1F1-E0366F95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021E2330-BC9E-463D-85C2-F949958E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BF6DA1D0-FC42-4E7E-8E1A-7CAEFED7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05BEAAA9-2BEC-4332-8B99-B529460F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259D7DEC-2229-4136-B8F4-0FF47D37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32B5486E-2007-4342-943A-F00BA9FB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30C00510-E22F-471E-8C4D-CB5F723F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AED97CE0-2071-482D-B695-E5634A86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FF1392DC-97D2-4D47-9827-0ED8C5D2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11940CB-A2F2-4842-AEA5-C043FED7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75EBC16-F6B6-4D46-ABE4-62D0750E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FF62950-7DEE-4F1E-A604-E752F2C4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1A68CA9-0F9C-48B1-ACF7-D15E35B9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469CF47-5F1E-4FF5-AE2D-42885A60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CAC10B3-61A9-4476-A235-FE0D53FB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6E54CC8-2E5F-4AFD-8356-501094FF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8960B7F-04EE-4DB8-B78B-C79D1F75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0398599-4B1B-48E3-9EF0-6F6B94D7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D6CB5EA-2FC2-4F16-B229-726F1885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D2C29CA-AC34-4B4F-BA28-DBF537B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C6FD7EE-5616-462D-B673-F036F3B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9BA76E7-8A60-4DAB-BE8A-508443D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786367B-7193-466B-B7EF-352B02A1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CF25B4E-BD95-4A99-AB6E-DAEDEDBC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FBCB36B-81A3-41C7-AA68-D8F35817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C7D4D9B-9A52-44A0-9D6D-579FF95F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B9014160-87F8-4B5F-B3DE-129A582F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1A1CBAE7-B998-44A4-A63E-087C5156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EDCE1414-84D6-4800-982D-11B10EBD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9256FBC8-1787-47FB-8457-5FF1D54B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AECAD98C-7E91-4FCA-A254-48995E3E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AE192CFC-9E18-450A-8FF3-293B033A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C24E88E1-CE11-44A1-A7AF-08545026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4FAA0467-85B5-4F2C-B036-2F091EB8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CE22AE65-C0D6-4E8D-A253-DB79D669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9868419E-2A00-4A53-B2C8-E146C30F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7A10646-596C-49D3-903B-51809231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B5B08BDA-76B1-4C50-A130-3DF78674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B992C9B1-DC40-4D69-825C-941FA43D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0C177EF8-E589-4963-B73C-9D46D75C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AB6CAF61-1F93-497D-BB48-E1A6E9C9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00C693D1-23CE-4CA8-B88E-ADABB1BD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CBD636F-60E5-4CDA-9C1D-740E98B2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0E77F04-D8A0-4419-974B-00D1BE4C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785D4CE7-64A5-4411-B42A-8B547507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A61B85B-A297-4379-A4E6-BC6813EC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85732DC2-40C5-4039-8921-D2E41661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5B04E59-3A27-424A-8BEB-34E2EBCA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6B260E59-9711-4AF1-A696-B7A1D50E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9885C9BF-DD4E-4F2C-98D3-AFF22EE7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56E41A8F-4177-4822-A98E-24711437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0E305F59-EEB4-469F-A965-0A026EA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DC6D979F-CA28-4B31-A8AD-18BA6569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8BB925E9-F655-4EA4-BD28-C7C2150D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09DB0675-6960-4795-9645-A40B2830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988A9FC3-2F1B-4DCB-A42E-FA7CD1A2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26E6D82A-4494-43E4-88B9-28176506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3048ADCD-F778-48B3-9864-0FD4FCC9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9F202D09-224A-4FFF-8AAC-4D314345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39C2D72E-7758-4EB3-A42B-2DE06564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9204EB02-A2B5-4BC7-8548-8E73CC73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7E436504-7088-46C8-970A-2110817A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2E47C09B-95B6-4103-977D-FEE7BDAD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4718275E-629C-4031-BD72-636D9880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707EE801-6FED-4999-8561-E5E07DB7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16B3FCE5-E319-47B7-B3C6-1BF412AD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BF8157AA-8E84-4A3D-985F-BCF2AD32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D3B20BF5-DC62-4673-8F42-B0E7B7D1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86D37C11-E5D2-4D22-8533-2D9B4114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D4285CC4-53C2-4381-B1EC-2A0461E9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0C6449C8-FF2F-427A-9AB7-976B61BA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7008F687-8082-4E58-83DC-5BF113F7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869BF5C9-13C7-4BE8-8788-17FE9B97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16324DD9-6D0A-4A49-813F-46F615CB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7229E465-81AD-4432-8316-B7486040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B76CE436-39A2-4F86-9897-C781D810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8E23957A-EB85-40D9-BE9A-8A56F7FF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B8FD875C-53BA-424E-AAA3-2F0A6A28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D095A640-2A12-4C57-8A44-B8BD10B4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52578A43-056A-455B-83DA-21A1F43F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8DBCF1B5-7DAC-4369-B978-EB4E2CC0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BAB949A4-CCD1-4F75-997E-26688AE4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8DE57C2F-55D2-4270-B4F2-CEEC2E30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B91EFACA-21E3-49DC-AD52-51092B24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7B861DA4-005D-4557-95D6-11F5FB41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F61A4E01-4479-47E0-8A03-971D1134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CAD37FE4-CFFC-4B65-BB19-4CFE0511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602190D0-D38E-4918-9CC7-AF0A3911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91BA03D4-3ED9-407C-8611-F105DED0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F6A9ED17-DA2F-4C75-A69C-5A2DE356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9ACE7CDA-3BBD-49FE-9771-2E60E863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0CA73B83-31DC-4CFE-8811-013DA245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C34EAB55-925F-433B-8B9B-3314F28B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DFE8A611-588A-47D1-B31D-CA628DD7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DC9384F3-F5F5-4F4F-92A5-18AD43DF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F26A56D3-555A-4B9D-B889-10CDE4C1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A0A9B451-0723-450C-AB9D-44E6DDBA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EFA5527C-1617-4A57-B76C-AFFCCECE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52332DC4-8952-4072-B4CC-E8130B84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A2D44D31-8CBC-4AC5-8979-8E640D4A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D07F5F5D-6DEE-43DC-AF8C-42D4806A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415DBF14-DCBE-45CD-B216-824F96BF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364CD9EF-4FB9-49B5-A1A9-16CE3DFA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C18879F3-D72C-48A7-B4B1-A4F3DA02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75EA48CA-6C9B-46F8-AD7D-A4A5B81F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2FFB886A-1B91-4586-85D5-C4908302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E6650233-84EA-4C15-9E37-EC169566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E0720207-3177-4CE8-8DC2-B7F820B3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8E2F5BD9-8C06-42D3-8610-02132C63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356A2054-6CFD-4776-A1A4-606CBD11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F40EE5AE-6BB7-49B6-BF1A-1ABCEEFC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7736A120-C50D-4FB0-B064-AC8140A8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2ABA238D-D867-4F42-839C-D6CD2B90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11E8AF51-5812-4E9D-AAD6-E3F76B3D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09D4F56A-75FE-4E5E-8E2D-BF6AFE1D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F1A53396-CEF2-45B5-84F2-BE7B5D33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F993F2A0-CF82-44B7-978D-B0631F1C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BB1D01FB-7FB7-42D9-B5F0-9C54BA1B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5FC921F8-AB6C-4383-9318-ADE542B8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4076B485-2D24-451B-A6C3-85059902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AD414EB1-5533-46C5-9669-EA6A6B23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B5DD4A21-AAF6-4D57-B5A1-28CCF39C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161AC2A6-B53F-4E7C-AA58-D4800316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8FB021DB-55B3-4410-ACA6-2C40CB95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A1138601-2A5B-4BC3-BEBF-45EE83BE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62455D40-8779-45E4-B826-85EC9E44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E3058E88-B9AE-4FC5-B31B-2BA0BC3B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63C13B51-4B63-4D38-9D5F-0D022F16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86D43D60-9497-4BB3-B4E2-4393155A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EF8B8AEC-7F96-4365-BD88-2E0FEED3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843EFA82-ABAB-4FE2-9D60-51B93704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BDE6F88D-4CBA-4638-9598-CCF5C4D5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8F112EE9-4D21-440A-8A71-44F6E0A2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2B012CA4-FA81-49D0-8D3D-48BBACB8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E25EB664-9D85-4C57-98FB-64E6EC46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17D875DF-D9F8-4579-9FF2-91E7818D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D4280A81-13D0-4C04-AA1C-F4CBD620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D3E140F4-55F8-4703-BC83-3C0F30A9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DFDD7185-D3AD-442E-9AD7-8A422F6A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5B7BD315-06C2-4E7E-A9F2-1B14B620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8886C30A-82DD-40D6-A85E-D3925164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5659467B-6B17-4E58-87CE-0F034ED2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1C60F82E-081F-4E81-BA60-91EBC168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80585C55-59C0-429D-A9B8-B93EB04C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7BB1374A-C4A5-4A46-8E31-15CE1D14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7E8BDEA4-D08D-4B4D-9F15-832E63C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0E410A2E-E37C-407C-85B6-144F8254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D39C3B6B-E7D2-489B-9066-E9F5D398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9B5EBE43-EF15-41DF-8F26-C612B8AD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ECF8A7A6-F07D-4ACA-A72E-E7AE0E4D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05294275-0CD2-40E7-92E3-C0AE6964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B4B24078-E81B-45F5-B2E0-46A6A2C1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64CAD4C3-2FBA-4F07-B03A-B52BBA9A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E568CF49-7F8D-4A3E-B6FA-F615AE52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75082611-C1F8-4666-AD44-66EFD7D5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FEAAA59F-061B-4C07-BF4F-DA8F029A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1A4472AB-C9BE-4D28-AD16-3C106117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BEC5892B-58A9-4606-81DD-98391DBA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3185E7E1-2F55-4189-8C38-6DF6F277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1DE50955-3F9E-4A32-90D4-9B5C8998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C47E2249-FABE-49F8-8D77-281DF973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07E97DED-EF57-4913-8755-457FA477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77539C51-DAA6-4BA3-A27D-3339E2B4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256E98F1-5E3C-472B-AC2D-1B4A9653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B9276839-1D53-4FF1-977C-4D727F8D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D96FCB0E-49C2-43A7-AF8B-91074CB4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5ED11A52-56CC-481E-B776-09F3AD4A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D973B5E5-55A5-4855-A238-68542FDF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80A2E44E-B780-4065-8878-B76E2D0B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E08E02D1-8277-4C79-A8E6-10118D53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A55E1090-E1FC-40C3-A3C0-70F38D28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BFFE53E4-C01C-4D60-87A8-5ABCDAF2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077848C0-47F0-4256-9F7A-4218AACE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0EC0055F-9252-4C33-8540-26468070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E0EA453C-8D30-4E0F-AA04-A3190339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5969843A-D70D-4363-88C7-D129EB17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AE59E177-303D-4FD4-B6C8-49C68CAC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12AF6A8C-CE75-49D3-8A98-50DFDDA5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390A7DF4-4060-465E-813B-02650797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3AD93E40-090F-4D98-AAC2-9E1712F0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4BE83F7A-4717-4312-895F-11D32A7B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87224598-AE1E-4090-82B8-2E5EAA8E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A0100B59-E651-4F71-956A-703E971B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EA4DAE3D-FBAC-460C-B585-F4BAEDB7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0320720C-588D-4F34-80A3-F35B06C9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5D235140-AEE4-43E4-B012-88974D3D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8CAF81FC-33CE-498F-9B8F-C6E9C3CA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02CBF3FC-B526-4C4C-B047-EE31C5F8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9ABECA5D-82B6-4B99-837E-05E17C5F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4908482D-2494-4B6A-AFEF-69112BED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F184B13A-7BF8-4004-A1FC-D58B3D3C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4EE4D4DA-2744-44D0-9754-C4341418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214813C6-239D-4D1F-8FED-A2C3D4D5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221A2652-D851-42A7-B98F-F13B0189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43900048-A8D9-47AF-8A19-8DD4BD0F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D6DF8514-7E35-4F34-8501-56D289E0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CE8B6081-54F5-439E-814F-AD7D7831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11EB2155-995A-4FA4-81A9-0C71E5CA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A07AE708-9B06-4024-BBD5-E7350F22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82323A88-E74D-40ED-B40F-4FAD2114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BD5F9768-2373-43D4-94AD-5E88D233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16217338-53E8-4A0D-B855-FFE8B83F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B75CD1AA-921F-4BB1-BD1D-F1596A1A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0A7069D4-BB06-4AB7-BDFE-47458DF7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047E2F22-EDE3-4BEE-95C0-C63CA49D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76C0B50A-2832-480C-8777-35E4D4A9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A0C73BA9-5A03-45D8-A334-A8477F7A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4142757E-A1EC-4E68-9AD3-E40D70F7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92350CAE-C484-4974-8C52-3C3D9A7A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D491A5A4-8665-4CD2-B9B1-7F196092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330EA4F3-6A6E-4F89-B34F-4EC02B62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5FACE2F1-C139-4471-A7D1-3E73B691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1995D311-2CB5-4FF4-80C5-F8886EA3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604542C6-0046-4CBA-95B6-1BD02D25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DDCF19AB-9901-4CFE-A342-5357AC5B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D72A9326-398A-4592-9908-5C044F70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016F1796-5D50-4B73-8BA8-7F1C1E21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8724C483-C6AC-4000-9720-E4BA9995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288526FC-14ED-47AF-B8F1-2BEB18A8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0359E18D-BEE1-4BA5-A68C-88202079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5C96B8DD-48E0-4331-8CBE-42CD5064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7BE171EB-BC8F-493C-A32E-6F6DD175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C819EFA5-7065-4CFE-B872-259F2E31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267F9F91-40D1-45E3-A69C-BDA0B6AA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B8540A3F-859B-4297-B00B-2C541160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31AD25E0-6294-402E-B7DF-355B35C6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C833B8CE-ADCC-4D58-9F8F-1562D4AD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497B4A47-1274-4320-AE30-A24155DF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D948D6E3-47AA-49EB-B0C7-2C5BAE12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70B34452-FB0D-40CC-BC5B-9C72820E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7344F137-1850-4A1C-AA5E-DB68C618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9391042D-8FD0-425F-A5F1-FD949352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9CA53798-0D4C-40ED-8FA7-FE74FF33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3331EEAC-BE67-40D1-A8F5-D13BB8FE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CB297816-B781-4779-9C6E-2594B451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630E9A34-8A1D-44C7-998D-ED68672D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F449DD64-34FC-424E-A4DE-D77C3F7D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D970A728-6535-4D0E-8A3D-B9F88BA6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8102512F-77B1-4A47-B815-85249ADF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D1A842F2-3440-44C2-B672-BC50592B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C8047B67-FD99-4217-A1EC-11FF930B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A84140F9-258C-4179-A5F3-3E90CCE4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CE671079-70FE-43B3-8291-7BABA3F6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7F56BCA2-D667-4BE2-9DA7-72CCC481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9927CF43-3FF1-4FB3-A75C-65DE380A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9429AD5A-F9D8-4E6C-AA3D-257467AB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B88D8021-12D5-442D-98F4-8CBF8014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5F8EBCA2-2847-4E3C-94D3-067C06A2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199F4CAD-40AB-41C6-8C58-7DD30289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704BFB16-7B7A-4900-BDC1-F144D948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DF848ED2-E602-48C3-AC6E-C94F8AD5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669D5FC1-9FCA-400C-9B36-D2950237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E8D44DD9-C5D3-4039-94B3-7FD15FEE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93742B23-DF3F-4B44-9972-AE5B1F52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56438C35-A472-4C61-AD6C-305E4C0D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15EEF4EE-A1CC-4E2D-A92E-1B775A93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324BC84D-AB75-4A3F-B5D6-A5951158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9A2B13CC-99B9-499B-9E24-B3E0509A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8CDF8282-D2E4-4216-9DB0-CC695EEF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28E2D337-3027-451A-B3C5-033EB642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C1EF776D-51F7-4B94-B6B8-6057DF2C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37B8B0CE-C652-4466-9905-593B02E1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C51E778B-2F63-46F7-80FC-5A65B8E9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4319ABA1-76D4-4555-B68D-917EF078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080B9C5D-BDFC-4AFF-87E1-6E62A8F1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5904FD02-5540-4FB2-87A0-C0ACEF6B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2EC97BF0-327E-446C-95DA-BAB882D3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506CAE32-B8E8-470A-8F94-85F936B9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E76509C0-8591-445E-BA67-1ABF3672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59FB2A29-DDC9-47B4-94F9-346728F5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92AED15C-EF08-41D3-9266-9C6B6BFA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31772F64-10AC-4223-B1C6-825A832F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C6158D5B-7C10-4E8B-B771-B3787084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3DE6D61E-7B35-4B59-A531-4E02D8B4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AC876092-DD1A-4237-A6DB-45486A7C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E1B6DFBD-CC6C-49EA-AFAD-B6AF4EEF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DED337D0-F21E-42C6-BA75-C61F1F80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3467A00B-1294-44B6-A47B-247EEEE8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FBC5846A-78AD-43C7-812A-F5A516F6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D769A880-9D6D-4C13-9DFB-80579538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E1FA3080-F83E-41DD-9C0D-EEA9C6BC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D55C2AD0-D172-40BB-8D64-6024AA28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72120CE0-64E4-4826-9FCF-9D08BBD5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1E5A4330-9249-4749-A16C-ACCE3EA8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8F095310-4BAB-40B6-BA52-F8C2585A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6716A735-30E7-48AF-B333-9AFDF36D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AAE18E34-04A6-43D5-A38F-245BDA7A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BCE298AE-607C-4CEC-82C7-F73EA017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F757ECEF-2328-46FA-AA14-73636888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3DD8E4CE-901B-4F25-A8CB-44495314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C35C332A-DB60-4E4B-A294-F5C5A1DD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D26D0B2C-418E-4E81-BCD4-44C7F3A1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B0C205E6-1FC8-4B3D-A4BA-3B31A687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5A26A380-BE58-461D-AB46-C68F02CD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E2622AE2-559C-45D3-98D7-C1A3877B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D3075A6C-B0B4-4176-88CA-EC550B97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EC6762C7-F656-4965-8EE2-50431159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198D7ABC-EA3C-460D-94B7-3B144A9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BFA06DA9-EFA9-4FB8-98CD-89A0E20E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C951607E-5242-4F30-84AE-FD766B27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BEC27D7C-CB56-483D-8A96-5674F82E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2C2C583E-7586-471A-90FA-CD8BD972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1AAB0546-AABA-47AB-AC2A-61C0D295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45F32577-D449-4D6D-88CA-568CB1D2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49613E8F-CE07-4353-BF79-153CB9E6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CBABF390-6188-4CA5-9AAB-A433064C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2E1C89FD-5C59-45A5-AA59-F5D43AA2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AE7BD7EB-D7AF-41A8-83E1-932038E6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96F516E5-8891-4229-A9BB-157F26D6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27573B65-81DD-4F83-9DDD-6C513B8B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0AD2696E-A196-4560-97C1-3D0C53A5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132A9C11-C61D-4835-8C7A-A4DDB191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BDD7888D-B1B9-4954-9F77-B9B4090C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EB2B7C86-FC16-43F3-A2F2-D6DA04D8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37251193-B115-4F25-9965-203C86F8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F11BA4E9-8BCC-4E04-A899-99B10F1F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CEF87049-DBFF-4690-A640-2016636D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719A37EC-FF6E-462B-91F4-5BF13DBE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FC27BB51-9659-4854-9C2A-FB844909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9BD7F684-0EC7-4876-B22A-4E67E369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372B642B-7C1E-45BC-A01E-86D3F873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212AA586-0AE2-411C-8731-E3DD7BC9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694E8E0A-8762-4F01-9202-997D6F77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35852C88-8ED5-4DA4-997F-EED6D94C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46031B06-3DE2-44EB-88AC-C027FD50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232E5BAF-EA60-4A59-9CBF-C4CDF860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FA63C76E-BE25-46FB-9EBB-43443F39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97CB17AF-5A32-402A-9540-CC95F6D4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7E160159-526C-45B8-B29F-F7FA431B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E048D7C6-0B4A-42FF-A8B7-678F1B80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8931D296-6983-4682-A687-3592D541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47EBB286-D66A-4AA5-B577-73B40DB5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301EDA0D-D60D-46F4-8A37-1C4DAEFF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D5B69B5C-3198-482D-931C-E3BA5F17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3DBBA246-F916-4169-8D89-E58CAC23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CCD4CD2E-35D8-4CB2-9257-BBACAD1D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C79D2F38-A1DA-4DFC-85D2-42C16868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B3FEAA63-726B-4F2C-A433-F932EEE6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AD9F4890-B1B1-48BE-B348-685CC4AC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ACB35852-6A1E-454E-88A6-2DC42FBD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E8A02D08-C325-47B1-8E4B-CC85B17D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F1914112-B0BC-4CAC-AD1B-E63C9816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4B4BDC7E-B604-4EBF-96A0-B49F02BA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DCD87714-8B20-40A8-8ACF-CA5A855A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41895F6D-EEFA-49AF-98D3-94DA54F3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74E469D1-035F-483A-AFB7-C4995A1A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F7F0FD96-2BA0-4EB8-9761-5716782F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B48C1046-3C04-428E-8233-EAE22188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8F8BA158-073F-40B9-A853-B088E0D0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D3A4736A-BED7-4B8D-9DFA-48AABBE3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A6CBE19D-0E4E-4935-A8B9-8FB5621C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3EC3103E-25ED-4477-93AF-F51E56FA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A579F166-07C9-4DC5-8BD7-5A1009CF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CD760EC9-9EC9-4BE3-A002-DA32F583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FED14A58-5A55-4B7F-8E29-D3C23C60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B82DC291-134B-454D-B981-699CB191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8F2FF2F0-555A-4DBF-AFEA-4D847010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E4C8C168-3552-4C18-BC8A-581119CF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89018E35-483E-4D29-88E8-B5AECDE6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451A1C1D-A786-494A-A2FF-5DE8788C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77A6D82E-2A8F-4FE9-B157-DB43E8E5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31151261-BA2A-402B-8041-8610C2BA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A1F8B88F-2035-4B54-888A-829DF18C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23E39B03-CC12-4032-8637-4A4D3AD3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DFE02E8A-B46A-4B33-B260-3235CB92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DEDC4375-9BCE-434B-804B-4C4F787E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6470EFB3-DB60-4B69-B6C9-AD827739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29AA334D-9D39-4C62-98D8-ACD0C880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1A0FC1AF-3BED-4F06-B622-0BA0C856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3F5C59E7-BF0B-46A4-8AFB-CA9F414A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91096575-5BBC-4521-AE1A-B2C89A2E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162EE8CF-AB4C-4B92-B0B5-E037271E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821F8CA2-FAB1-4330-B1DE-2B9E2F9C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4BAF9F8C-57B5-487B-8198-B513C02E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6C67A165-BFBD-4FAF-88B5-DEC250D5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99EDD14C-5A99-49DD-8BCD-FFF236D7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BEFE4654-D30A-4CD5-A8C3-2CFE4BD8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D0BFE952-5DD5-4BF8-85B5-9F5D098E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CB2023DF-9955-43C9-BB0B-C5460884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E3127AE0-CAFC-44E8-80BD-27F9284F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564D7975-10B3-4AD8-AEB9-840BF337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BDCFC5CF-9445-4133-9E5C-29F4F2EE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03719AE5-DBA3-43FA-937E-300E3ACF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1537C431-4003-4D2C-B501-87C34232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42EDB6B0-A716-4C91-8DE0-BF81D7FB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B5C335DA-A854-41E2-AD42-49B99998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F3A177FB-D473-4E93-BA5E-C8BDF36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BEAF27CF-DF8B-4DBC-94EF-06B36FC8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8049F47D-0A50-4503-92D5-D4ED820B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6405F80F-0727-4F92-B3B3-ED70748C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E4DF371F-9AC9-4A01-9A12-75CC376C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286E5F92-8AED-46F0-ACD0-1FD20F97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B7F7F746-63BC-49EE-9A18-4D7A4AE5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A052E595-857F-49E8-8838-1BE0F6E8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7AAE94FC-1ED3-45B3-AADA-334F2B84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BB67ED10-194D-49FC-AE12-36497A93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5EB40364-9FC3-4D37-9662-0A9734CF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05206BCB-4343-4890-B594-B1876333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6B63131A-3C23-4630-8F3C-41CE0B78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5C76AE32-10B8-488C-A8FE-4F6D370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BD329943-02FE-4B1C-B07D-E93380E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1152203B-3201-4D93-BF81-625AF74D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F88CC78A-408B-4966-B804-7A2E13A6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5F7CEA42-BD4F-4455-A7AF-0E5E62D1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B4B22963-368B-4A50-B7DB-98D4C9C0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C837C109-9F1F-4240-AA61-D4CB4A16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6F7F7312-B3B8-4B9E-8263-73398775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496B1126-4580-48A9-B720-34AEC17F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0207F551-A220-473A-B139-4D0CE279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B079C0CC-E0D5-4B88-8F9C-A72080B0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C8E8836D-9AEA-4A72-9DC1-66794FA2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4D528F8B-D6C8-482D-9542-B99BED87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922DDA36-C3AC-404D-8291-D32F3F25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E5DA99AA-A4D1-47D5-A4F6-FAA72F19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779E7C66-C91E-4493-BFA5-EF238115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7F902A07-A7D4-4C65-A6A9-1108ACA7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96C7BD9C-A8D2-4CB7-95E9-82A51B1A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981FEA3E-2F6D-4851-A611-5E93F8BC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94A6F301-D6A2-43B7-8381-E2E759A0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BB96EAAF-4F47-472B-B599-1DDBA07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A1EA5515-3BFF-44B8-8123-4FE6BA76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07F6AD57-FA65-4F89-9A37-75AF9A13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170D92D6-4AEE-4587-BC52-26B6EC2F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F50AC64A-F105-44C7-99EB-90799E25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8692B480-C350-4934-8971-5CDE63B1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26D47DF4-1BC5-432D-BEC7-A0C78DF2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34F3B5BC-0A9D-4491-99A6-E8A06178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FF8AF856-0041-4097-B86B-980F1A3D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38C51128-9614-4093-9C3F-8AEA08E4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862A94DF-D9E0-4292-8F81-FC999502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EBC23A5A-DE9D-4172-B022-1881D03C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F99A96C1-B514-4CE8-A7A3-7B67BF4B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E1384918-EDDE-4425-A06F-A9A29815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75E47A76-3302-4D5C-9582-38EE3C20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52D77557-FD84-4DD2-B612-668D2A1E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60940A75-C31A-4FD7-882F-98D41812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F6E5F3C4-65C4-4C54-B02F-162DB0EC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6E8C445B-E9A9-4CEB-9EA1-B59D6ED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16DE7689-0672-48AC-B7EB-80568131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0F9B6112-575E-4B04-8499-322BC4CB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6F0976D9-21E0-4346-A426-B4677CD1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174C48ED-9865-436A-94A1-F038DCBA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432B29BC-9139-46EC-B4B1-8E4216DF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403B9BFB-CBCB-4966-A575-77767958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CA1A11D3-50C8-419C-9B32-EF63C0DA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721D528A-9B62-4A01-890C-F7F07CD4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CDE7F092-AFDA-4C5E-8641-7E09F6A8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4BC7EEEA-2152-4865-9D4E-EE541F60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AC7135E3-D3AB-456F-BF14-F1D4AE4D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0F418B5C-62EE-4E1B-B660-F2CAE8A2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DF2D2FBD-8550-43D7-97B0-C2C829D4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375C42CE-88A7-46EE-AA12-E002283A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DCBDCF1D-06CE-41DA-B0AD-3B0E1B1A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9517E0ED-0DD6-401F-A4DE-6091C02F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06C249DD-23DD-4C8F-95ED-9EC1CD14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BEA5F353-1B81-4CF5-BDDC-B8B38FBC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59E0E40D-FFAE-4252-9902-0FD589E3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AC12F6DB-ED60-4066-9512-238BFFFC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5F7A1F66-FE36-41EB-BD73-3781E460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86A9E941-E625-4F3D-A6A1-39DC4FE2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91E427FB-FC00-47FD-B7C9-F64729AD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0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3970FBA2-0801-4B6D-817F-1046CDD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76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43A24C4B-F2A3-47F1-94B5-FE1657DB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62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3825F6F0-C38A-44EB-89E3-6C7BE1C6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047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844EFBAA-A3A4-41F6-95BA-922C97E5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33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773C736B-F747-48F0-A917-BEE8715A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619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4E85F4C4-6B3C-4B69-A2A5-2C4CBCF0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05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66B1B307-AD0F-45C7-ACD1-749DF3E7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90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6FC77FDD-52BE-4BD0-A70F-4C11D267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76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722AFF25-0A53-4DAB-9139-B31804D8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62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36C63D1D-8963-419B-AFB0-DC4225A8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48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3E410DCD-C525-451C-B54B-50C7DC4B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33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6E0D42E6-9729-4B2A-8E87-4CA8ADAD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19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DBB8D928-3838-4064-9A7D-012BE4FA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05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7A1DC091-AA4E-4546-8EE4-909C4DC9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91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C3E9DEB2-8D12-4A48-84F3-49C0672A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76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AD1BED12-C49A-4528-B90C-353DB362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762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3AE7C342-E541-4E4D-BDD3-2927B2F2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F5BAA151-4B63-48D2-A24A-A872C290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34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FB4DBDBF-3F17-4896-8DC0-23469853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1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F90D7086-AB42-4E73-863B-F60FC212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9055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2B5EE962-06F8-4EB6-BC4F-3A427E55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191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6245C81D-D5FE-4488-9598-155C43EA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4770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A4C2A9A1-68EB-48D5-8D48-9099A347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762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38B4E621-5C28-4249-87CE-542B2992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8625"/>
            <a:ext cx="2190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E0415C95-E769-4304-94F1-19441709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190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4152EC9D-F93C-4BB3-BE9C-C2BA041B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2038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BUSINESS × ENGINEERING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F67B1C33-B1E3-4202-9E47-CC011F3E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51911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6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把法規問答，</a:t>
            </a:r>
          </a:p>
          <a:p xmlns:a="http://schemas.openxmlformats.org/drawingml/2006/main">
            <a:pPr algn="l">
              <a:buNone/>
              <a:defRPr sz="36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6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做成可治理的知識服務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5303AEAD-5519-41C2-A561-95C24081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717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SCU Law RAG System 商業分析、適用人群、資料架構與技術能力</a:t>
            </a:r>
          </a:p>
        </p:txBody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AD0D9B8A-E32C-43D8-A555-03D1D5BE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19475"/>
            <a:ext cx="1295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78402F13-17E8-4972-884F-D1AEAEAD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1295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B6E9088C-2172-42CF-855D-11B9A6D1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SELF-HOSTED</a:t>
            </a:r>
          </a:p>
        </p:txBody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E4A1ABD3-8141-42DF-9866-D5699665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19475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081F796D-4038-4E4F-B382-8152C7DE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390900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64FEA84C-0B0C-4706-9F87-93DC609A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43852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AUDITABLE</a:t>
            </a:r>
          </a:p>
        </p:txBody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99DAC001-FC0F-41A5-AB9B-82820978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19475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D46B3DA6-0675-4AB6-BDB7-D79CE5BF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90900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9FF3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C12CE967-8026-4C8B-85E3-DA1CAA6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385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OPEN SOURCE</a:t>
            </a:r>
          </a:p>
        </p:txBody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A3462424-CE29-44BE-9692-0CA97FB4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4775"/>
            <a:ext cx="4714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定位：校園法規 RAG 參考實作，不代表東吳大學官方服務。</a:t>
            </a:r>
          </a:p>
        </p:txBody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59FA7F8F-DE68-4169-BEEA-166CA57D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619125"/>
            <a:ext cx="55816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F0E94A4D-A934-4695-A217-0314E7C0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2450"/>
            <a:ext cx="55816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F909549A-144E-46E0-B6D9-3B221469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81050"/>
            <a:ext cx="52006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6FAA4EEF-63EC-446C-B47B-6F772391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93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777FB1BA-9805-472D-9B24-D4B9FD75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93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A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ECFB04C1-CFD4-48C5-BC9C-00A67B84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93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949374e3c48e5"/>
          <a:stretch xmlns:a="http://schemas.openxmlformats.org/drawingml/2006/main"/>
        </p:blipFill>
        <p:spPr>
          <a:xfrm xmlns:a="http://schemas.openxmlformats.org/drawingml/2006/main">
            <a:off x="6210300" y="1737717"/>
            <a:ext cx="5200650" cy="2925366"/>
          </a:xfrm>
          <a:prstGeom xmlns:a="http://schemas.openxmlformats.org/drawingml/2006/main" prst="rect">
            <a:avLst/>
          </a:prstGeom>
        </p:spPr>
      </p:pic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0E4C64E7-9DCC-40E5-A67C-67429BA7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6250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pic>
        <p:nvPicPr>
          <p:cNvPr id="10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8b074fd7046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4867275"/>
            <a:ext cx="1171575" cy="1171575"/>
          </a:xfrm>
          <a:prstGeom xmlns:a="http://schemas.openxmlformats.org/drawingml/2006/main" prst="rect">
            <a:avLst/>
          </a:prstGeom>
        </p:spPr>
      </p:pic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1E5A74CD-6A28-442A-B211-F99F37F7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81675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20186231-248D-4316-8B59-95A5C5B9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079C22F0-B638-45E8-9D34-EC6CFD72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2026 / BUSINESS DECK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56BD90A5-E885-4F12-8A80-F0AB2F6E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92EEC87B-4F99-4923-968B-DBD8F1D0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A"/>
                </a:solidFill>
                <a:latin typeface="Aptos"/>
                <a:ea typeface="Aptos"/>
                <a:cs typeface="Aptos"/>
              </a:rPr>
              <a:t>SCU LAW RAG · 非官方學生開源專案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FAC688CB-AA3E-4539-A4B8-C13427D5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72293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6A443D-EEFA-40AE-A9B4-055BD2F8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2A4C1-AD8C-438C-A5F9-72D3A9D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584F4-851B-400A-8BD0-0CE1C969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36B2F-0807-45EF-80D6-6AB06C57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7CCFF-AFFA-4AB6-8A2D-06624ACA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F8B66-3DA6-4B88-8462-08C64DF9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F6A08-6D5A-437B-9210-4A224D8C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1A88E-089A-441F-9F67-A810710F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FA5E0-37D2-4562-8E74-27477626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AB360-AFD6-441E-8EAB-6C4A6E73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0B390-DDAD-4A87-85A1-96CB7122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FD1D8-5838-40C0-80CE-4FC13045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46D24-220A-445D-804D-CDF5A3D5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C5650-15F8-49C0-BF66-DC66C6B0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DEF24-0BB0-4FE2-9307-C27F13BA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E3430-E0D6-4DE4-9575-41EA1D88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63681-E3CD-464C-AB12-3C399BBC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D0AD0-3160-42BC-90DE-A40E2151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3BB18-6385-4624-9909-BD387B48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D3FE5-B720-4829-8A4E-0CEB8813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38C85A-634C-4EC5-9A96-0A255C94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F2A79-5415-4E95-ADDF-074E6016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02D979-6C6C-42DF-A9B1-9DF902BE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A26B9-759A-4482-A894-D8C25FAE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47A3A7-50AE-4696-815D-C4030679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F5CFA8-EA11-49C4-B4C2-DA6A85ED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FAE010-4871-4E60-9D39-72B8C33A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4894F-0422-4315-94D3-805CB564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67F896-AA7A-4827-A0B4-69BFF312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355BDB-6C74-4113-BF6A-90401FF7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D5F502-09B8-48EA-A9F7-CBB1A589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51F8EB-2275-4DD0-8126-01B0738D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F4396E-4889-444B-9499-9E89B37D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8F404E-479C-4261-BB54-C9B3316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91CF68-B4F3-41EF-A574-6213CBC4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F12619-EE2F-464B-A542-2AB88180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149C50-FD06-4D53-A8D0-EB4A57A4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132F8D-06CC-4685-BEBB-94E671E5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E0F9DD-2D70-485A-861B-5F5B9927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7497E7-0A17-4DAA-BA87-35121A8B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B7CE46-D58F-44EA-8A63-2F449C1C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6EC265-1115-408D-A551-9B9525AA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FA831A-5E6D-4ED6-9E43-3A634F73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A9DB2B-ABE8-492C-A532-1A52B8B1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53963C-87A5-43E2-B606-959755DA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D3F1FB-8AA7-4D57-83C0-6D573B5D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873196-85F5-4187-B0FB-250963EB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F72988-E2D9-4086-90BA-D7F65272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D81F50-9733-48BE-B8FA-036D21F0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861D0E-FF21-4A5A-BB06-386D3726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CEA885-98A8-495D-8632-9F802C28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6F0709-FDF8-4284-B33E-BDFAF657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0C0A92-1EFD-4109-9B0E-3CEFF1FE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94526B-50CE-405A-8ADD-5E1DB447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C9E801-4307-4242-91B4-B57F7B7C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0CFFF3-1935-4A63-866C-3C8A8CF1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ECCF7E-0901-4D57-B88E-F50682FB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A95F14-7D01-49D2-ABBF-E00A9951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A6B00A-C562-4CD0-BA7A-EFD6770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BF0D95F-F77A-4B25-883A-F59133D6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45EC43-6510-4082-800C-69C9538A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8A134B-AEAA-403B-B677-56E7A0A8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D0ADC9-884E-46E2-902B-8CDC6C63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148DBD-04C6-4BFF-88E0-964F61CE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0EDEE9-8490-4457-A556-ADCDA64D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6D6B4A-7FE1-4C1B-982A-FA922197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5C7CDAB-61AF-4C28-9268-F6413F3D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71A822-BDCB-4D2D-82AD-B9211CEE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4F0229-3832-4F8F-95F6-531DB5AC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3E58595-4F4C-46D3-875D-4B483E1C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C03D521-8B29-45E7-B387-1F3B80B8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5581A80-53B6-4507-82FC-E2493DFF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A5A1BE-C986-469A-93B7-9CE2CB78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A34CE7C-FB43-4997-8819-9B17BBB9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64CB3D-BA90-4593-8E3A-7EEF0903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D7F5A6-4949-4E3A-9F20-1616B12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C156586-3B13-4D55-ABEB-66195000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FAFF46B-4028-481F-9E94-0685E366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07C875E-587D-4A15-AE64-0F87DD4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53C7DE4-7AB8-4B08-9D11-74E9E4E2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C03DA3-AB26-4357-9717-AC71B464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A0A0B98-492C-42CB-B4EA-3585692A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568FEB3-03E7-4CCD-9984-0751AED1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4F52D1D-D2D6-42A4-BBD5-A205D3FF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9E4AE09-24B1-4443-9F29-DA8D71C5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A6541FA-50E4-43B3-A883-D4CDDEC4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0CB44F-22BC-4560-992B-1EAB17A8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89CDB9-7CD2-42E9-A311-8A8148A1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59DF943-5EB8-46CA-8105-3EC080E0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703B7B8-B21B-4524-A8F7-8C1E1876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52CD18A-B777-4013-9C0B-187B5F09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347AB2F-7439-4B97-B3E7-2D33E00D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50D02D7-1B5F-4332-80DC-B00127EB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83B3E29-693B-4825-A0E0-49604EE3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5183A83-87D3-4A61-B9FA-AA8FB473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571382D-21B1-4216-8A10-B04CD97C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EAA44F0-6E18-495C-849F-98EEC524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130FF0D-71B5-4414-B5D1-2AF1997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0BC92AC-497E-4A3E-A7D4-3F124311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0ED3580-90A5-477D-9FB6-FC83CD4D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22430FA-18C6-430B-ADA5-0941C1E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E3854C9-7F07-4577-9E04-15BACAA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7095739-AB45-4755-A80D-70E67028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7FB747C-6024-4E5E-889C-E7839D0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3B95FB6-35E4-43C0-B48D-B9637E0B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2A8DEF7-33D2-4FB8-ADD4-296C112E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791BEFC-84BD-4155-9C5B-6B648875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3490E61-89BA-4D1A-A26B-1B5AB4D1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E031390-10E8-4E1A-A809-D5CFDA3A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F565077-9352-457C-8AB8-7FBEA210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EB7123E-E161-4F67-97D4-098EF53F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E6E1343-9AB9-4511-B8D2-51A9CBF5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9BED24C-D640-430A-992C-AF29E12F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BEDD0A2-DAA9-41AF-81A6-8604620B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2ADD151-50DF-4F1D-83E9-1E642771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C5236B2-4D00-4E6F-A15F-9E85133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F568C91-0FE1-4F65-87C3-79D81A8D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EFC5A94-7340-4828-95EE-68DAB47F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E5271A4-D741-44CE-A940-EC9475F4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3415B42-740E-4C11-BB0C-B43E7063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539B409-BBB7-4EC3-A094-8191690E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3A8114D-20CF-4D44-B922-815D5149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3346817-69E4-42A7-B5E4-A7A567EE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F71E25C-1573-40B2-B055-86FCAF1A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1D9B166-8739-470B-988B-A39CCD44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B47E558-B364-4D13-8352-06E2A30B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DC849CE-55EE-48F8-B380-C3F3E292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0432D1A-8901-486F-86DB-C8708DA8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904C66C-09E6-453A-9FB6-1C374AC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468227C-6168-4FFF-A4A7-3622A687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5D78173-5B0F-4057-9E44-AFEC4931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23A8676-55F8-4B25-BF3E-D00A3AFB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741E180-FFD3-463B-AA4F-B265893D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D9AC2EA-A21A-4AB9-B71D-BCE98321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AE1DE9D-BA67-4338-9D28-53DE0295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2AB5196-8951-475B-92C4-B4070B3C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EC2FDB8-27FA-4206-9408-14877FDC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099F2A0-AF48-44DF-B719-077AF2E4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92A1B5D-ADC2-4F22-A505-2B5357DF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35E82AC-2FD1-4B8B-8FB9-617E884B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16C9886-BCA9-4BAA-A799-842254C8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C5FB621-22C3-4AD9-9697-42836471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895D235-7927-4983-AC67-DF661E8F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3211564-4841-4B72-9872-53D7412D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EC6F534-2680-458B-B364-34D10AEA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B1F1863-56D5-4219-B2F8-5991B703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955DA82-FEDC-46D3-9894-608C739B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1A0F287-C4E1-41E8-83DE-6D7CA9B2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64E9C6D-7302-415A-8051-8EA1E044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517D06F-0D42-4AD7-92EE-66ED31E6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1E64276-06CF-47FF-AEF0-8DAFC815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36350C7-32FD-4FC1-9B2F-EC432244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EA1C3BF-1B3C-485C-8FDC-E26406EF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475ADE7-2D1E-4850-BAB7-66BF0210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8F47FDC-1C11-419E-B32A-249A13AC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9E1D0DA-117E-4693-B9B9-BCEAD028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1C2412C-F2A0-4546-82EA-7F74CC07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46B93D6-6C9D-4AC7-AE91-5CD33259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D89C661-31CF-43FA-9FB8-2461F291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E276191-B620-49A8-A9D2-AD895DBE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2AE56BC-E248-48C1-9F70-FA32BD60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7A0A48B-F967-41FE-BEEA-0D24FB43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F35AED4-64A3-4939-84BF-1D62C964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24AD34F-C27E-4A78-9891-EA661B71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4E2B944-823A-45B8-8B5C-5D18ADA3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7AAACE1-3A5B-497A-B174-291A074B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3CE6A68-61C6-4CD4-B361-5E136604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F83B8BE-DFB2-4306-9139-50824B3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970EB74-CF9E-4AEC-AE38-580EC804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2FA1CE3-2F04-43FA-8987-00740147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9E8DC9F-2573-4A28-AFD4-A0D1CB43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E208BA5-712C-4E08-B3A0-E634AF61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1FA8AA1-E40C-4306-A828-8FF99C58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7D143BE-D88B-48F0-A9FC-79CFA241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915368C-19D0-4ACF-9518-46826E75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D1FEE44-B2C5-45BA-A0F0-FB12D185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351CA3B-B87A-47E3-AC10-D73B008E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7A12FED-F35E-4688-9926-100A57B7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C9471AF-3A70-494D-A445-B012A4FB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B40B08B-5235-4C41-99E7-5552F9AB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DEDFA9B-7CC8-4503-A2D4-DC736CBB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A21F30D-801F-4EAB-8007-1A17FD42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A05D5E2-8CAA-42A7-907C-B960BD9E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1EFB9C5-D3D0-49C3-9BBF-74297E1A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0EEBA29-CB54-401C-98A5-A4EAB9B4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C9C571D-CD72-4DA5-B07E-28C22E3C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9811AAC-9DD9-4A3C-A9E1-0FBCF28A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74128FE-32F2-4957-8DEC-14519A10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78F73D4-9567-4EB1-83BA-5DF2CC1D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C2960F7-22C5-4559-A7D3-2CF7C5E4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9FC3596-7853-4ADD-980B-D271F9DA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5FA335B-98FE-4F32-AE14-B8134773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F8295E1-2F47-48F2-82F9-FF0C9BBB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68B3C89-346B-41B7-8738-5CE81798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D350537-C11D-4527-B4E2-1C08B059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9C2AC20-23DB-4459-AD8D-1F020BC7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9D7DC31-0EE8-4270-BB10-8B84B9FC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5297261-5734-4CA8-AEED-E56CE774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1A1B922-B255-465B-B846-7310544F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6507D54-D10F-403E-AC82-4FCC1619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401ADC43-93F3-405A-967E-5CB59A63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62D384E7-3CC1-44C5-897B-9D0E0F62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696E2E5-6676-4BCD-8839-476F27C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5542A7B-4B5A-4706-B321-242194F0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B171C82-4A70-4D33-A4C7-7D415014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2A728AE-5B42-4FBF-9103-4E7E9072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B0542DF-27BF-4403-B053-F7C9D767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344EE31-5BBA-430A-82EE-E9499976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2C4BE50-F597-487F-90EF-12706293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0B025D6-CD7D-4CFE-92E5-77726B61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C3F7F53-7E96-4EFF-8EA9-FD3F882B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62278D5-C585-4CD4-9E12-0F0B04E0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EDB2934-2F6E-49D9-B873-6F5D52B9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A576E92-4275-4F45-9411-B6A9C908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0C1E1EC-84B1-4ABB-A5ED-F640F5F8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E5EAC67-6AC4-49A5-B6C5-414105F5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103235A-FA95-4D1D-841B-B8C1EB13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F0ACAA3-EFC5-4FF6-A908-AEB77D82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EDCC3FE-447F-4EB0-815E-DF4B8B29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851D8AF-9DF7-4D57-9017-85FAFB9D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102F685-3EA1-4E67-BD9B-A63DE60C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B2C3BA90-0097-4BEF-B38A-57DED7E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786F60D-1692-4CBE-88FB-4C60D301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3BD43B1-EB6D-47A0-BCF7-4A7F09E5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12154236-C093-468A-8C75-E9466862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C940DE8-6B60-4025-8A07-DD7BD125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CF122B53-0473-48C1-BBF3-AB0AAD92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A98C51A-1518-43F2-829F-138C8059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F032496-BA6C-4ABE-BFBB-AA7D7DC1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71C4FC1-EEE7-48B8-B518-4F3E6D91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F78CA440-0F5A-455B-ABF1-86069109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662FEA5-06F6-4889-AD8A-499B073C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3030750-560E-4AA0-84A0-9FEFF009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11F632C-F863-48F3-A5C3-3529613A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E584B73-2DC6-467B-A381-82ECF8B7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2DC86CF-BE50-4677-9C37-8DC2F4D5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DD5BF031-FDF1-4995-98BE-2B6373FB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14D0819-BC53-46A2-B910-DE675B74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BFFA567-8404-4FDF-ACF2-7C28DB77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24C5D57-48EF-42AC-BED2-52C2F947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3BD710C-A149-458D-A228-71EC8DB6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816483F-ED05-4391-91F9-149FA3E5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1C566E93-4A62-46B5-8F66-CCD0FB44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B3AD7F88-599E-4825-A4C9-27FC613F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5D5038A-4009-441C-BA9E-5C01C493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E0B138D-C8B3-41A5-A880-6526420C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5B3049F-2F36-46E1-BE7B-2B266E6C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D54D24F-D687-437E-AF05-9899BBF1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DF16AA4-D4E2-4E6B-ADE5-A948A7B5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B241FD6-AED8-452D-AA57-A87271F4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5A2DFB2-BB79-4A52-8AD5-EB7DA2FD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A8535BD-BCE7-4CE5-BD35-BBE2E4BC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E38A33C2-1586-45B9-ABA2-E9D8495C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6CD25D0-28CE-4A97-8D63-34CD8220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D793BB0A-608D-45E8-8920-A1679940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444FF43F-B0F3-4204-97E9-0BD0E8A6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584E665-44C9-499F-8968-E41F0111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1B3A9A3-A883-4FD0-BC4F-55F18CB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51313E7-FC94-4F8E-B890-16BD85B2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76CCEC5-F024-4202-B46F-1C07630C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1C3B8991-7159-4711-A5B2-F88F6E3B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575E834-AEEF-4700-B753-2BD15788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4E2A2A98-5576-43A4-8EB2-9877A09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0BDF919-C31F-4CE7-825C-76AEDF03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6440C63E-BF41-412C-A121-886DD9CB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D33EC75-3EEC-486C-9FA7-2FBE726E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288F073-CAB3-4DAC-83EA-5545FBA7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211129D-56E0-4284-AD6B-14239D14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CBE0618-97F8-4BD8-B9AE-5E57DFC9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C56D1EC0-2747-46C1-87BB-9C6944DC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C3180CB-5A27-425C-BC4C-81FC44FE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DE535EAA-75DC-4F6F-8A15-3048DB68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D94BA4C-BC78-443E-B4A5-A995FC1A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DADB48A-E06C-4661-82C0-AF7693AC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0320FF1-EC0C-44B2-9EF9-01C76599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E86FCD29-33B7-4A73-81CA-5AFCC459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CA1CC8BC-8E16-4E7D-8E28-A82792B0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F6A052C3-4373-443F-A684-58A8E5FC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671EABB-F4D2-4339-9F45-1968721E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D9F75572-1376-4914-B113-A1C84467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241EBAF-842A-46B0-9433-C541C535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FCDB2523-BDC6-4E3B-84F7-B9F948C3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0C42E273-9EC2-4921-8ABF-615AF17D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9A6847E3-5104-4738-9759-572A7B9E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854D5DCD-1DCC-41AF-A206-F3FB394E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073C672-F7DF-4D20-AC36-B2950A63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B6DDF28-71D9-41EF-B7C5-6A568CAF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AB29237F-5BC6-4E5B-B985-9DCA8400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494D97DF-F6C6-4CF6-970F-F4C03D71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52210EED-1C15-4BE7-A6E5-4FDD8486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3D747F92-8155-43F4-9E29-04C6D6BC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7EFB51D-847E-4BD2-8223-0D806304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C6D265AB-1C04-4649-A8ED-BCED1677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6C05BE8-CC26-4F43-AA01-5F0FB559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A40BE4D9-7640-4C5B-BE07-0E9CBA57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79669B6E-1611-4186-862D-BA9A8FF8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972BC6B0-D198-45BE-93CF-C18CA6B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46434021-22F6-4E54-AE8E-1D10B423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69DABC36-8331-4FBB-A51F-65338517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4705FD3-7A50-414D-82E2-69973DA1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CFFDC843-135B-42FD-9864-B9985998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191BB49D-F0CB-4BCB-B175-60C3194F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045837D5-629A-4FA1-889A-9C4D4E53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851406F7-C31F-401A-B20C-E65257D5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D177610-2967-4CF9-B8F2-55E360FB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EA4A13F6-B6AE-4FAC-93D0-06CEFA2B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3D1A2ED0-4329-4619-B342-97D75574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3FAC3E24-BC15-46CA-B4CB-2538A2A6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166E82CD-B5B3-48C7-BDA4-D5DCA303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0CEB1D0B-CCDB-4420-8AC7-1035EA79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08AD30A7-D35E-40F7-A5AF-D9628D15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C3E05A5E-E4AF-4649-B93D-0EFDC5CD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42BAF423-41D2-45BE-AF20-17F246AF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C1BB128D-7B06-4F15-A569-9549F931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8D469C2B-1FAC-4B37-9733-D62D27C5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348C80B-ED0F-45FD-A9AA-F24CB8F6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919B8177-A6A6-407C-8D21-7669FA5E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C8EB863B-26C7-4A58-921C-B035A9E9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07D5295B-88B2-4C33-843D-A5C66923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E39BD79A-31B6-41A2-B499-4C44DACA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A08E2B06-5503-4D8D-B82C-B3F33048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467013D4-F733-40CF-897C-E8764ED6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949CACA-7C51-4E66-8232-D403D24F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340A8E3A-0AF3-4FEA-A0A9-C93A18FF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5D2A9C0F-64AE-49F4-932D-4B9DCDB8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74361BF-BBC3-40AA-9D4E-40B6A151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300CC766-4760-4F90-8055-26ACFB39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B6AB1C53-2D9B-46B4-92FD-D7A9EE51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47CFE166-CC91-43D3-BD50-9532BB60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864835AD-C750-49B5-90E7-F29254A7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EB163B8B-7CF5-47BD-A824-8C6BB008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44D29D96-B5B3-46EB-AAE6-51AC92E4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0376760D-E346-48F4-8AA0-F927F731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03860B3F-8E3C-4384-89E2-1A7787E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B3A0EAB2-FF0D-477D-9885-30F21BC6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E24B8850-1404-4119-9DD1-764B2DFE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80D8B63A-9272-4137-9209-5B694A3E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0B019E44-E10B-4737-AD50-90B801AF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C6618EA7-E935-48FC-A1B4-9BAD4132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12A56609-0910-4F1A-9378-090960A1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BF265359-64C9-493A-AFD7-C6626AE8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6536D474-A3A1-4791-B8F3-9C530BD6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8B06F957-6B66-4FB7-B173-8414D85F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9A2B75FA-9B39-470A-84B5-183A6457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83F40DF0-CF8F-4C1F-9B15-60B4633E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5086B3FC-AD34-4EA2-9767-FFF657B2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15402D40-B8A4-4527-97FB-8CA33C0C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E87778EA-EC29-48EF-AAD1-59AC758A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2D2BFFF7-33F7-4C8B-9879-A58C8A39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49AA4F6C-84C4-4D4F-AEF7-8F7713C6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B7C1B4AF-1783-4316-82AA-CD39F088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F4B139DC-7662-43DC-B2FA-E999DA68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BED4FBA5-A04A-49E8-95B2-E2C68548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61E88476-7258-4471-9C7B-8DD5722B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9113AA05-FCFE-4B6C-AE7E-36499938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F6D8579-1923-40D5-90DB-9A85E7D1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6531A2CF-21CE-4AEC-82FC-DE4651AD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A389DCB9-E14D-4437-BE74-5F205973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EE220602-CA3E-4103-8043-58D7B1BC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5659D53D-9EE8-4E6D-90AE-D6BB5484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77FC9E1D-D87A-419E-A25A-66B5ABC2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72301A82-3BB3-4002-A8DD-CAD22FE5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298F740F-BC78-40D3-9084-48B5B5A7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0DF80D47-FAFF-4437-857B-6ACCD754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189945A-B92D-49C9-AA8F-BB8F9FAC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F2CA025E-E4D8-4F2F-BAA2-431DCA42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6DBD5BB3-EEAB-4B5A-B85D-ACC1C190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EB3C8FAD-C5DB-4886-A1CC-3D04A40B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92B4B858-3ED8-4893-BFA5-A5668714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0807CBF9-8BD3-4390-B5D9-6FF2E7F0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03A30A4D-FEAA-4F0D-BD7D-99223B0C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BC949DDC-140C-42C9-A465-E9044433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8E154781-4174-4192-9447-67654B2A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9BC8F67F-1547-4F3A-A659-487F6DE2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917D3546-1AED-4A0D-A221-1BE3CBDA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C357C78F-7138-4F40-A253-7FB153B1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946F3228-D9D8-4A3C-BDE6-1B6927A6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18B0A32E-CE5A-4FB7-BBA7-4A19E2FF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01B914F8-118E-4456-A191-63BB1F98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30989054-7BC2-4025-AA38-F9C102B6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E08EF7EC-4D8A-4D89-9061-9E14B262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5D4DF3DF-8125-467B-A09A-92265AB1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79C65A5A-CD6B-4215-9E95-1B600248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9E485557-757E-43BB-9ED3-9C3E0754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D11BA001-96C0-49EF-B86E-1CE11113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82729F0C-01B6-4DD2-8543-B3A099CF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88180431-6ABB-4CD0-A721-11B33206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C963AFD2-81F9-4641-8DB1-827B072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9151E088-B2E7-4C07-AF6D-BA46FE1F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920964C5-4D7A-48EC-A01D-E572BE71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60E51995-80A0-45FA-9751-B32ED1C9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F56E9A63-BE1A-4A15-860C-AE7303A4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006ED6D1-6559-40A4-ACF0-D0EB23F7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F65C1443-506A-461D-B78E-4C30FDDE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A5BB0410-7788-4E03-BE1A-40A46E39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EF280E1B-6E50-4EB7-AE76-33A551E3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C4A023AB-B26B-4D6E-B60C-BA8ED862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7DCE7AFE-AEBC-424E-8432-DEBAD189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51EB94C1-2BEF-4F83-8750-0FA048E7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18BF7E19-80E6-4310-B3D9-CDDA53C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D70B474B-3F4D-4E13-814F-DC22DFD8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BBA822EB-8CFC-4B60-A3DD-D3F75562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E43C091-8E26-4AF6-9DFC-9F4A292A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670ACC1E-3633-4D09-AE68-AB928FEA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BEB54D7D-8BC7-4AA8-B5D5-2A2C285B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A4EDE6F5-36BD-4780-B10B-C3C4C4C2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CE7EF118-E0A0-4A90-BF57-DEB7D2A9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F2F62498-E917-48C3-9D11-A15FF76B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DD2AAC88-865A-4716-A624-4C9904E1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817E743-6C6B-44D8-81EF-C8600092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5976DFE7-A0CF-4408-89F3-8671F93C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B8A2D5FA-9386-45A2-952A-FA9EC5B4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15EC6764-86AF-4A3E-90E5-41A96569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C4FCBD63-5995-4659-820A-2379C8D9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C5F189A8-ABD1-46E3-B510-CBFCB056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360513FD-4A50-4FDB-99B6-7C2794FF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16025058-0AA8-4011-83DF-E80764BB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36E24CCC-35AB-41B3-A572-CBC19798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71DF7622-A5A3-41FB-92F2-ACC9E317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41B6EBAA-844C-426E-A00C-CD36B97B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8029AD36-3BC6-447D-A45F-C55CFA55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F4F5907-05B1-4D6C-85EE-513B5327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19DF8F2B-2E0F-4A1B-BEB1-CE84C8F5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24735C31-46A0-4998-8846-3A92F8BF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59038871-740F-4E4F-BC3C-9E7C1EF4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8E9481EB-C39E-46FB-8561-8C4C52DD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96F1665A-8511-4972-AE5A-508D077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9A402C7C-2673-47B3-836A-6EBD61C2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904F71C3-1007-4766-BB01-E6EDFD4D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B4B7BD4E-5283-4796-B4B8-BAD121AC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200AF6CD-88FE-4970-8C62-737F6218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A177154C-7A0A-49A1-9836-3B7B4585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014E18D0-DE76-499A-B9A4-9786D1D0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39860E91-B2F7-40D9-B8B4-04D314B7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5F474AC7-2927-40C8-B1FC-0A7589E9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084C3E67-C343-400C-AD9A-9950706E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4D6B3F8A-14C9-42EE-9F44-282572EC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ED668A5B-7EBA-4998-85E1-76E32901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2CA955BF-47FE-4B14-A8CB-866BD33D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69B0F9E9-0740-4B6A-8F45-A3441937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245766CD-FE93-40A3-8F6F-89EAB08C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A4C883F7-3657-413B-A7EC-2FE852F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DA6B7464-0288-4716-B4DB-10952335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669D91C7-934A-40EF-BFD2-6856C3E7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F1CDDD5B-E9B4-488F-ADDC-C9A90FEE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278A1DF6-E3ED-40B1-A06E-0B765608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3E61DBDF-6182-4420-8659-DCD6286B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13F47ED2-8E35-48F0-BFB1-C6B70A9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1CE0677D-3EA3-40EC-B54A-3B53D91E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C11E3A74-4385-4187-9FCB-310C25FD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281F9FF4-762D-4E37-99FA-68F58B76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1591B5F0-8E90-4835-A979-7FAADF56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D1495965-5C13-43A0-9B52-D30521CB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00B4F1DC-4B38-4E96-99F4-D5E64CCB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E72D601C-BF4A-4287-ABA0-4823CAA9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869E9ED1-C660-4D9E-88EF-6D71F0CC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A30CC13A-8B89-4CBA-9EC4-BA12B2B5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C39BE532-C371-44FA-A71E-691B1EF4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3E292025-AD14-46E3-8950-88BCA9F7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2569EE65-0C33-4490-B629-723DBFBE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E017C462-2F76-436E-A372-11EFFBD9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7D63DD60-E919-4627-8253-5AF05F70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431D3A1F-68A1-44CC-90FF-7A600DC4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E7490428-AEA6-4007-9595-FB18A761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686C00A8-0A19-4CA2-814A-7F1B6437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B2D8D34B-8F49-408C-A0B9-564BB312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8D98D02E-FE7C-4CC6-8B7B-6DDE908F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2919FC42-81CA-48F7-8780-A48A3CB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FE26D29F-B9A0-4AD9-8BA2-C6CDFE70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6FF7481A-ABCD-4154-9280-77D445D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72CAB2C8-C50C-4310-A2E8-D17E2782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8266DD36-0DB4-4FB9-B205-38C3C4BC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7C4138C1-35B7-4AB8-826C-28F95351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43A76A2C-571A-4B7C-808B-CE3E98D5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0F291724-F914-49FB-A16A-9D975251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0E080F91-71ED-4B5C-8CA7-F4014304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384D3F8C-5B42-4382-9CF1-20259FBD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C0B535DA-B4E2-4673-B875-876BFBB3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C79A4700-2FB8-4D5A-8517-C1166F52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C9546A2C-EE18-46D1-9638-AF0C9415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A9D55A57-7DB3-434B-900A-728C431F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FECD09D5-30F1-4021-9F7C-046DE53F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071722B0-0F9A-4F0A-9030-FCDAA64D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5E8B8F18-917C-4B71-835D-745BD6DD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AA278881-02B7-420C-ACFD-D9A14E5E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0D865127-1A51-47EB-8C99-9FB21B0C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69312AC4-FD16-4429-BD6F-7ED553CA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3FF3F1D4-D075-4484-8E7F-25045D8D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2F9209A6-1623-4390-B503-4A08E4C8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2EC901EF-B507-4A42-8EC4-C3281434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68791652-EA36-4B09-A8CD-B89D277A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02AC45E6-876B-4209-9ADB-8A666A93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9B7183CF-04D8-4958-8721-4F6E837B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C2C39CDF-FCF1-46EA-BD50-6F0A68D6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245B28B7-D36F-4C79-8148-0262936E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DD355CD-171F-46D2-8D0E-251FE791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65D99A00-23F4-4380-9C1C-69217E81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3434B179-DCD6-4CEC-9C04-6F0F3332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024C9A9-7EED-4633-A6DE-4F9E3A2E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43915199-DDF4-45D6-9C8C-A2A85B59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DECCEE5A-17D3-4ABD-8D6D-14F74BEA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F82A023B-0938-4D47-B8C6-AB705FC1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B03E503F-FF75-4D6D-AB0A-1E585536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40DBE8C1-7EC0-487F-A7B3-E82B8FCC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EEEB059F-F8E0-4B50-BB16-3C76B247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6649C7D5-1444-45A4-A8A3-00E79519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F00349D1-37C4-4499-A9AF-2189F9C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18FF51B4-5175-4D61-B15C-63AAB0E5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9D02A620-43C0-4D0E-94B3-1F9F8532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32EE5E77-B8E9-4885-A684-8EEFF0C8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27BE014C-F6FA-4B4F-B36B-845B4BE8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3E461618-E7C8-447B-8BBE-C63EDC1C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6C9EC1F5-61F2-4C3B-A2D0-7A1618E0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1F702A22-26DC-4A17-BEDD-97E0EF8C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70D43F15-4B8B-42C1-8CA7-533A4AF8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B9C90779-5019-4EA0-9627-1E3FA35F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352C42A6-DA13-43E0-89BB-8512B6F1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65B541B0-67DD-46D4-8352-57E7DB74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9D317332-342E-43A3-A082-4A73030C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27B5B121-818B-48BC-ABE3-DF5688BB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94FD99B6-2B88-4C3E-9ED1-1D18CEDD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1F78EF91-6110-4A4B-B2E6-FDABCC16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FF27AF02-DFB3-46E4-97F5-61DD6A8C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BCB8CEA1-227B-47CB-A7BF-A15883E3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BFCBEFBD-7266-4135-995E-DB63649A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A25F5D33-F76C-4BD5-9299-E8892BC8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0284E35B-7116-4907-8902-9D1EB615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117F2341-176E-4B20-ABB5-346C14FC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881E69C9-09FB-40ED-B015-FB7C2A87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E6DFD394-5AC5-4660-A6C2-2030A41A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2D25B642-EADE-49CB-8D87-EA1E4F30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8D74AE2C-F084-4D39-9841-87483BE9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0EF23EFC-DAA6-4BEB-AE37-0A5C3691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CC03690-4BEA-4A59-9A72-54BC9B9F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17885B9-9341-4152-A716-9A52BD40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A518571-4134-4031-A96D-9DDEAE88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9571A93-C8FD-4BA7-84D2-20FD21F2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920FCAC-E7CF-4A24-A282-D5414617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CE8623E-82C7-4769-87CB-7D406C5F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9910AFE-16A6-4016-B85F-76EAFB57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AF39C44-A759-4AFC-B933-35789724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9C86956-8168-4589-9DCB-B73400B6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5C8B31A-AAF3-4F07-B23C-4256E8F1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F126B3B-0D57-441F-8B0A-D6E54790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57B8E86-9B71-4B19-ACF0-3477CD21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EF293110-02EF-4DA7-80A2-41BB6509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3D4B339-70FE-404C-A4EE-61A4586F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8C37CC9-E6F7-4231-9D57-FAF8993F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67847C3-6E82-4226-AD12-591C4F0E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FBC6A3F6-C86F-4247-97F4-CBE01688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93C4972-57C2-4440-A778-AA564994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4693C502-4E31-4422-84DF-8BE8B341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5BD929A2-BF85-4292-936E-72299966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FB7426F9-8EA7-4851-A9BB-C0035A7A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0895AD0B-CA84-443F-B2DA-F24D284B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AF04B17-DDDD-4F21-9E8E-B0D95E00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11678B93-1D32-4D59-A2FA-DCD59597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48BB01F7-3EEE-407E-8488-34080531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F81F5DA0-D6F7-48B0-A8D9-BE14A97F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A156BBDE-103B-41F6-9AAB-B2988D15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F084B62-2D67-4CDF-A1C2-5D4D1C27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9689E5D-068A-4391-915D-BA315E1D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433ECE9F-DEF5-46BD-8FED-F8091173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B6570D8E-876A-4228-8E73-743E7C5D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DB4D3A93-23A7-4BC5-9998-90C9B6DF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08717E4C-E74E-4C65-9C5A-61848D1E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70F96CDB-5588-4E24-A922-5A592743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0904B51B-1F26-4B61-A928-0ABE4ECF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D9A225D4-0D24-44E1-A143-CB5DF53D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645E8B29-0ADB-449F-A44B-6B0638D0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DC8E0D6-0F04-4A3C-8C13-503D8062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E640E4A7-CEFF-4F0F-BA45-484EFEA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3810B3F7-6E80-49C4-A085-A5D52F0B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82FB155-97FC-4AFB-B50F-30B5E934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9170204-62E3-48DB-8B52-06533B8C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9240B1D9-7088-4630-AF76-46E0ED4A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2B190CC-4A1D-4836-BBA8-EAC2E670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63B7BB29-CE9D-4BEC-91A9-3348B7B1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1587AA0F-908E-42C4-B532-B606D766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F7C2F25B-514B-45C1-8C2A-B0A5B908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4B754322-7FE7-42C7-A2DE-9C9FD5C4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3F9A7932-B4AB-4AE5-BFE4-628ECF59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E6E998A5-7E5E-4A0F-B5F7-9BCD6755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D1FC2729-221E-44CB-BD29-CF1ECCA5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9FB4489B-9EF6-4AE8-B264-9A207289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F807EAB7-7019-424A-ABC6-FBA1CAD6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3B31AB21-A61D-4404-BCCD-5C42CE9D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661A7707-F71E-4800-BDEC-1518558C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E54B5A10-77E6-43C4-B7A6-0DCBCFF5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5B0ADCD3-4B1F-418F-B5FF-F3394A94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05C27331-5E73-4395-9475-A48F4777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6016F33D-D6A4-4279-A7FD-D72BCA70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CE99E2F4-8EF4-49D2-B387-DF1CB0BD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AB9917DD-9058-4AB5-BA84-02A8DFC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CBFF9219-393F-4B97-A404-3C98A91F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4F5D764C-B5EA-49F9-9002-294AE93E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932A1673-53AD-4140-A99F-34CAF8E0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47E297D8-55D9-44B1-9652-4EBF3A9A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2BB331F7-3077-4604-BA93-D2BF8576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B8A17242-BB87-4FFF-8B86-D65F3755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0C77B336-176D-4A74-A32C-00664578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FAE15FE6-D39D-44AD-8F44-A4D5E6DE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E0D5093A-80A5-4C79-A37E-FC8FB33C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8CA904F9-F676-45E9-A159-E7109DA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0C978ACD-97B2-4AFE-B36D-A9C4E082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A4FA460A-FE02-4823-941F-2BFCD1BA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5382B6CF-E90E-4204-B791-ACD19DE9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36D36DD2-7813-466D-AE96-0C891AF8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44500345-336A-45D5-9143-346C3C20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C8277045-068B-4A55-AFCB-E0F526E5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229A75C4-199C-43FD-A60B-2DED2BD6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BF9EE520-D15C-4297-8153-B53B804D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B45D20DC-5D3D-4802-8FF2-E396EEA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687D2C65-CDE6-422C-BA83-4464F1C3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17ABB16C-46AA-4801-AFA0-39264924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AA41CBEE-53FC-4447-88F7-664B5B1B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61A99B80-F64E-48AF-91D8-CFBC15D1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CA4F694C-27FE-4377-8246-116E3BAD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40902DAB-8EF6-4EB2-9DC2-692384D9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0B7B4BF7-1A19-4804-8314-72CD95DB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CD594FD4-A3F5-4030-A58B-F98385DB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38F65A8F-161A-4BFE-9526-BDD71091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75895B0B-8B74-4536-8D68-9723AA45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A350201A-3B07-4815-982F-FE45AB64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0B0239FD-BB12-466C-9D99-C27A9A82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C0F200BF-A897-42D3-AFC7-238B34FF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F24B5446-1B46-4C8D-ABCC-297E57A7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6BA6FC31-CDD8-4758-B9DE-B84214CB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4EF4C0EA-9C46-4A3B-B4B7-F01F4B07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42FF0413-30D9-4621-A7CA-70F99CDF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C05D669B-EB50-41F8-8FC0-50A0BD9F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7C088273-B2F5-4DA1-A741-1374DAFD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E1512EE7-DAF0-43BC-88DD-0864017F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DCE35085-DAFA-4BE8-B7CF-22616782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56320E6B-E05B-4D4A-AA08-35536261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173984AB-9FFB-4F8A-B4BE-01FD2D37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2375464C-EB54-47E4-BF22-3958DE01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098D0D52-3347-48CF-BCEE-4166768A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19031D3F-2DA0-4BC9-9C26-1A71C1A9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EBDB6A6B-1603-4E2E-AA79-E6EE2E9B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ECF76D5B-7E54-4A06-BACF-FEA7DCB4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7EC7E8FC-9B33-43BF-B71C-06F61F7D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1512F383-2E40-4781-8DAB-5A7D124B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285501E4-444D-42D9-B40E-08C9277E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AF6FC5B3-E30F-4510-AEC7-3B63574C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6522AA04-997E-4CDD-B21F-E69BE090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CB78D0D5-ED15-4303-8793-EFD75077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40420919-17D7-4A81-ABD9-35277795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91B0951A-505B-4D89-94F8-CAFF4356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8B26F051-E4FB-40C4-90CD-C8724868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B9E225F7-C22C-44C2-A953-C6CEAAD7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FA976211-65AB-4C9D-9D7A-44B708A8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171E9D42-D787-428D-9D88-1622F22D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C1F4A4BD-681A-41A5-B415-F00943F7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F73E053F-869C-4A7C-8997-B5BFBF1C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04EB64F5-6A33-443D-9502-886314C7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E171590A-E45C-42C9-8E70-74BD3200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EC157D3E-532A-4AD6-9701-D87C50A5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CBC3F048-B918-43B3-BEFB-C541AD10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306DF530-64AD-4D2E-B95D-C9B5A888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1200FBE3-1FF2-4C7E-8E64-ED38280C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8FDCDDF7-4443-47F6-9149-22F1F871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EE60C826-F6EB-444C-B2A2-3887CCB8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2873C5D4-E62D-4F94-9080-A48B4864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544ECFF0-F23B-433B-8ECD-8D72FD35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4D0A869A-CF07-48C9-A203-B84F29AE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7391D121-B4A0-49F3-B980-2F6137D5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C8C7E3F0-6AD0-4486-8FE4-EBB56442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F40089BB-296D-4D32-A405-91C202ED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2971447F-BBE6-4E6B-BA47-8C6933A5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3A4B372F-3E4D-4459-863B-1846DB2B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1AE6D2EF-56DF-44FB-B40C-85600E10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F4CF3A7D-ACEF-4D9F-B551-27AAD263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3DB2BB29-F252-4B75-BFCA-55E12A30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189F16B6-EE66-4D36-9213-6C4C9DEF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9CBBD91D-F8F6-45A2-9EA2-B514F4B3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DE30074C-FE31-47A8-BBB7-A11EB985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E00852FB-E534-4847-A01C-F046CBEF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70C2AAB8-8D0B-4FC2-AF4C-258D59C9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11B8AAF9-1336-4E2F-A6CA-7070919D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D67BCF60-5D11-432D-8D21-F9D3F054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FBC36C96-C744-4F52-8546-7C6EC59D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AFB3E3D2-2256-4F0B-9267-16F9BF37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244DECE0-1999-41C0-93F0-1B86D853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A223D6A9-074F-4064-9EDA-A3792609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AF98878D-5461-4D7B-AEBA-3F778303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1F1D911C-7C7A-4595-BAE7-64709F96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02DF66DC-D3E5-4CA7-996D-E442363F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F38AB0AA-AF75-4B7A-B2C9-B6955D8B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6996BF9B-623D-48FF-8467-C9F37698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C04372CB-9EBE-4790-8229-0521CF28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F4B83B7A-75D4-4163-A39F-D6E76218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6DF4D8D1-93CA-4241-AA69-69BB5AF1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D6898909-6976-4074-B3F9-0304072E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B465012F-8C34-400E-982B-10CEA7F6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65580A16-B5D8-49FB-99E4-74DD7734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D09352B3-CC4C-423D-A502-847B17CF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AD06843C-7CBF-4098-9DBE-D25FFF30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DC4832FB-FD5D-4733-8747-513D2EE7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068CCF64-7F49-478E-8EB8-8A446A5E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DD5E0170-A3F0-4CF0-B1F2-1657DD80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F54D5A1A-0243-41DA-9389-AA07E8C6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E74F52B7-F49B-4DD8-8911-E56F84EA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ED77B0A9-5208-4CBF-8A5F-8DC223ED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BF07AD3C-C357-4395-BCE7-085673EB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835E43C5-BB9D-4929-922C-39D7838E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5CBFF4DB-55D1-49C1-90FF-AB1E2E2E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B1390ECF-7273-4476-9D96-D1C74C1E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47C5EBAD-6677-4999-A0AC-15C7E6E0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795605B7-394A-447A-9472-A4D8290D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A79603DC-A4FE-41A7-A0C1-28C2B0BB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B54F2BD1-D807-4CA3-8C9F-0A6B82B3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ADBAA968-C65F-49E3-B3E1-7194823B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E0833422-F7EF-4D91-AD43-BC861FC6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546E2E7D-483B-4D7F-8129-51AB260E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88E9FE28-8E84-47CE-A474-D0DE1BA5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C429C2A5-6B7C-40DF-8112-762DF466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42B89B26-8FBC-47EA-A82B-EDB92A84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D2C55F92-2667-43D2-BF8D-58F45685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2181EDE1-622C-4172-BB98-3D87EE0A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75EE5101-3DFF-451A-9B99-9D35FB4E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6F75B4FA-18B2-4B44-BA80-C683DF3D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C1E56E91-4623-46CB-A728-ADE4044B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0DCDA6B2-38F9-4047-A670-A585EA54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5D9B7E3E-4C26-4FBE-A92A-E109C38F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3EFA08CC-70BA-42DF-AD5E-C07A3226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0876D91E-58F1-42E0-99E2-0E945BDB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48480AE1-FA20-479A-99A9-B24D3BCD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2A94DBD4-8C1C-4862-81A5-B24E0D1E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9CE84598-B2A4-4F74-8519-E5D1393F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CD96B39C-4B0C-4036-B435-EF2F56F2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814CC60C-2167-4721-B6DE-92D9127B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B58C4E6E-7627-4D04-A63C-793E20C0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25D580D1-AC36-463A-960C-E87AD0C9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32A7A42A-7623-434A-A872-781FE0B4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656BA4AC-F82F-45C6-A732-C9114671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E24E2253-3DDD-4139-A159-C19E662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661D005E-FAB7-4CF1-AD9E-EE5E7F51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AA3FFD0E-EDBA-434E-98D4-BFAEF95B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EFC24717-5803-43E3-8600-5C190358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98600AAE-7087-45EF-B501-44840C77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F5DD3A1E-DB2A-4979-BCF0-D3847424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41C3A56C-4A56-4988-B026-7670A3ED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87ED7F79-0F4A-49A1-9A15-4B18A25D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1BC1C125-645F-4A7F-BA1E-F99E6BED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85A15CEF-0F6E-4446-804E-0AD536E3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DEF7A2C8-1447-4785-9E38-871D31BD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8D10A660-EA22-4256-91F8-2271A784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9D63A133-6227-461B-9642-60DF57E0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B81135E8-2D89-449F-8F1F-547FA17E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79F26172-B701-4261-B5FA-157CCDFF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D8191364-2F02-4F53-A5EC-1C1E43B6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1788BF10-03B7-450A-9068-526CE157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A099A41C-FBFF-45AC-9ED5-BEA59BB9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4626AEE1-1BBD-4A74-BC84-CA680DE4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AAC49611-2249-4F08-8832-7E41530E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6954C3DC-A8C0-42A1-A49B-CB0FE6CA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494C046B-F27C-4C39-BCBB-FEDA26C4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31D25EB5-E5E0-4E85-BFA1-E012AAE9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92A186A6-BB6E-4D25-B936-8463D65D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AEB97FB4-47BB-466C-8C39-69E1A846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6EDE550F-1136-4CDC-9E44-FEBCCCC3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5932A788-2028-4058-964D-8F37C29F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88B6E07C-544E-4DB0-AC5C-F3DEAD3E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84BF7070-6013-4A0A-90D5-E0BFC76A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AE5B1EF6-5025-461A-8BEB-CA541C8F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1B195CAB-5EC5-4984-BF4F-848424A8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CBA9EA1C-2C38-4516-A2D9-6FA01A6F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BC784536-2E67-4C48-A31C-351192C6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66ED2CE8-763C-4EB5-B53E-C1A07276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DEFF06A5-A629-4F3C-8ED3-CE3EC4C6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F6A3FF3A-A58B-4B75-9B9B-8C118CB5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A915057A-D5FC-40EE-B020-D807718C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F5FD2BF6-649C-4A49-A286-80EDC352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D48FDCF6-0F06-44AD-B22C-6AF6E595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480E3466-9B11-45EA-922A-42660ABF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61C83A87-D118-41B0-847E-AC910F4D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BBCC2925-6F30-44FB-BB5C-7BED3326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7B4F6DB5-9385-43D5-893F-CFC1EEE1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E1D7981E-4598-4D59-A490-FF14A668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53299227-5F9C-44FD-950C-3444BAF6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C9D44AE5-E940-4EE7-959B-28593644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4C6B5AF1-C3FD-4D9B-AF90-DA780BD3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986A5B29-4523-4022-BFE0-20DC58E1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737C5081-670A-4FF5-ADD7-3BBEA427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D3604402-9981-4F81-BB8F-E244AED5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FA6F8FFB-7F73-4CE3-B7DF-DA67C33D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5367BEAD-2B64-4538-B0C8-EB7D2E2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F318A0A7-0C57-4261-8758-AC052AD9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A7C89703-4B4D-4E23-B60C-D6CC3CAD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173AEC1C-6E6B-4323-B18B-B977AAAA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397F4234-9BDF-4981-9942-40B4DF83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CD526A64-1BBE-44FF-9615-359A7A3D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1AEE3833-A23D-4DD0-A60F-A06A54B0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332F2181-A203-48C2-95A0-27B423BB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54098BCE-3F5D-4DA8-B288-E937F21A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79DAA6FF-E33B-432E-8A87-A46CC1BE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B9124C59-3096-4B64-8D46-4D64A3AD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C103A5E2-D6AA-47F6-A122-94C44185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1E9559AF-E06B-4DC8-BE07-5A49DFD1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465B687B-3A99-4DF9-BE93-9CF92032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C851FAE2-A0BB-4DA3-BF89-FD5600C7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81195576-FDEE-421E-A901-AC8A6D39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A26261C1-E58B-4E20-B6A6-C406D6D7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2C6B1E0A-A37D-4580-85E9-5654163B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B9ADCE03-00D6-40EE-99F2-2A1CE683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B7E74851-DFE5-4773-98F0-B263C73B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D73B0C51-4433-4336-949C-38928343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AA45C9D7-091C-4510-B985-8CB14A36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E9BA96A0-8C6F-436C-AA2E-A4886CFD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0801B98D-534C-4720-A7B6-DF242D75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D2FA7940-8CE6-4DD8-BFCD-16DF6F38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722E15C2-7E43-4060-8B20-1F960469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80EBE577-80A8-4468-83DE-F09D73AF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581F4336-B522-4002-8F8F-BD438495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B14AD76E-8607-4FC0-AACC-5CCACB98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714FCE10-D0A5-4FF0-9E02-CF15865A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3B937454-0996-4DDA-AB85-FDADCDFF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6EF6BDBD-55D5-4997-BEB7-E2EE4E80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B117F4B1-1CBD-4E39-A3D0-A25199E7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0F9C3871-94B4-42F0-9381-858E5343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A2E4FB71-D4D5-4855-B938-C72248B3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4E93DA93-8C8A-4DE4-8F83-55577C6F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4FAD654E-98D6-49FC-833F-07213090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39BCFD64-4600-4470-80E9-2E907134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349DBB43-C2A0-4A2E-ABDA-87A038AD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1D3F47AE-AF9D-4DF7-9397-C4BEF9E8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80EA4CD8-9132-4BDC-B030-ADBF5EB2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3402EC27-E2FF-4EBC-95C4-F7FB57BE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A169F193-E3B2-436B-B535-4C29A5BE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F8517647-6968-441A-8BE6-BF493AD3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440F3DDC-635E-434B-B628-4596C086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ABEA2808-500C-452A-8DF6-7C83CE8B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1565B4E9-D4D1-47D5-BBFD-0D4F6BF5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47458799-B01D-48A4-960B-CF2F5EDA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67FD7507-DC89-4392-8561-2DF36571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199EA2CC-86EC-4CD4-AC81-CA2AE6A2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08C1BC3D-C4C7-4000-BDD3-D4191B9F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D4C05B5A-98CB-4CF4-A8CF-520A7D62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E4524475-EE9A-4868-A4DA-F6E95E43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A4A9F7EC-CD91-47DA-AA43-DF653C0D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6CD36C48-D908-4601-9EF1-B4586EF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14A71388-93F6-4E5A-8E23-6AB82F3A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12AF9782-B188-456D-A9B5-3AD97C2A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E44CD03C-87BF-4D8B-9A80-19B759F0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455229DB-DAF5-4CED-9702-D50A72B5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6A64CBED-5B75-445E-8A1F-C735C879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B8827580-D6D7-4F4A-BF38-A498577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08C6C26B-55C9-4D25-8165-85226EAB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C8613663-EC7F-4710-B4EB-DA7588CD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8660DF02-D7EC-4367-9B4A-8CFED40C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F29A4318-724F-4AAA-8BD1-BDC52467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B9EC67B6-FAB4-44ED-B5F1-5C335C43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DF055AC5-D220-4790-9A32-24D8FDC8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2DAC2235-D4A5-4BD7-908A-6B45D9C4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F12BB0B2-F01E-4DA7-A781-94A1E316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8D6B8FCB-E54D-4318-B364-DFACE243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ED08ADF9-CD2A-48C5-8955-7DD98821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2933E34C-8173-4FBC-B5B2-595114B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937E5D26-E49D-4112-92DA-322A2048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85C726E1-1182-4924-A819-80787CCF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CFCBE4D7-28FE-4612-9487-C8983136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2E63A7CF-5266-450C-8877-E9E63544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3B71BDF2-05A6-454E-8276-065109EC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C54A2554-8E8B-448D-AFAC-A7B364BD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2F6B4F05-C593-46F2-8210-7D111EFF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5CD461D3-0224-4501-B23A-4C142C4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32B21B03-F27C-4E76-A667-8B1B6887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38022BC8-DDD9-4681-872F-BAC4FE6B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C867BAE9-D337-4029-911A-D4995394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AE050431-2123-4A75-A1D9-92048D87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E8EC3A02-34A2-467E-A587-1FD52786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69E8AEC8-331F-466B-9893-714CC0BF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76D46EEB-FD88-4C11-9C68-0F6E6695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18F66CAE-FB16-407E-AB9A-E009B23B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0D347DF7-2484-43F4-9C7C-521F654A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70895359-CBBC-46A4-9271-5CFD6998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42481AB8-6559-49DF-8CC9-FAB95B33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BCF7F4DF-FBB2-4EA7-8383-DEBD6E6B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EC834987-8694-42B8-8DE2-3E1045D6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04B267C3-E51A-4B32-B290-FA5CB22F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750852BC-3911-4F1C-8BC9-64F2B026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CB716B29-F0B8-4419-B458-6608B906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B1E80598-5B74-45C8-A322-79A24AB6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7380E341-AFFB-49BD-851A-BC81BFDF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4A4EFAB0-E6B6-47CA-9D27-E7E620A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A7E8BDD7-D3CB-4556-924D-F62C1B2B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CBD1A02D-BC25-40E8-A190-B677AD19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B06CB8E3-2B99-45E7-84D2-9DADAFF8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E0D7BD1A-5D97-47CF-ACE8-4856D0CE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1CDDB827-8419-41D4-8EB8-AC633FAB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5CC8421A-80C5-447A-959A-5A12CF84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06B88EBB-6737-4074-8BB7-D4F24E60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AD09F062-47ED-45CB-B2DA-E659889B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831C10C7-6B3F-40CE-A134-926F1EDB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394926B6-F928-4DAB-9DCF-538DE4E0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B66CB9D7-02E6-48DB-8A0A-4057FE70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7F51917B-18FC-4512-A5BF-3136A4C1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DCA769F1-B665-4F6B-AD3E-54B9A924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46903FF3-F9A6-4B90-A9E4-87F673B4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59C929EA-DECD-4B5D-86D1-53EC3720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8DE145D5-94A9-4749-AF02-F3702165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58275589-75BB-44A9-8B90-2A207601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4E1D0A46-2703-4513-821A-C44A8500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088CB429-0FBA-43E2-8C31-77FA6D08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43950461-ED20-45D0-B329-E402E628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15B12A0B-4F54-4479-B88E-7A301DD5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5A5715C1-77EA-4477-A1E3-6BA99E28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B237A98D-52E9-4028-A57D-C73DEECE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EED409AB-B7EF-49FC-AD22-1FE1B3F4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FC15E3CD-A288-455A-8C0B-D96EEA37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6B90DE08-AEBD-40FD-A122-C9FC9661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E4007FDA-4131-4785-B6D0-EB04E023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E0FC24A7-44A4-49AC-89F4-F364CCBE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A1BEFB15-423C-43AF-9702-EBB923E6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B1336C86-B223-47FA-98F9-BAB44A83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47C7B740-81B6-4153-B86C-ABE5ACB4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E7C4CE42-00B1-42A5-A38C-0EE634B2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3DAF22A7-AF0D-4539-A964-6FF7710A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D3CF8692-722D-48ED-AFB3-F8F00714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001C54B9-B262-408E-AEF8-CC37478A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0A7E1C61-10DA-4D3D-941D-225DB44E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9EF75D28-EB88-434E-8A73-D44EA894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F502305E-1287-44E2-929C-4338594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10F4224F-30D0-49DC-AD0D-9CAC9EDA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53BF2F41-DEC5-44D9-8CFC-66F81A66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9FA9D2A6-4405-4312-8F53-92D6E810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0630C7D0-487A-4BFE-B3AB-E557D8B2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682D8F58-50D9-4672-B299-FB8730ED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493B7898-A12D-408C-A778-FD932B4C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E74364D6-4232-4041-ABBF-46C5797E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B16EE540-9F22-4D19-8E6B-2FE50468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173A3297-2BB1-4837-9477-076FFF18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04A4BADE-A15F-459A-8535-CF043274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318CFB2E-BC67-48C9-97FB-23E43DA7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844FA855-1148-49D5-AE37-684C9951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4B29BE5D-46AB-4521-B563-E8FD6968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BCCE6C61-2C13-468D-83B7-315C3CCC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37CD91D8-BC1E-4D91-A6D5-999AEBA8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D40B995D-28B8-44BB-AB53-44F12222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1C8E0FAD-1E01-4560-9C44-F5631BB8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8797B92B-59C3-45C4-B31E-F0CE2C89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95A772C4-955B-4754-9A57-27051BDA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54093730-E63C-4075-80C9-7E29386E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725B0E56-4221-4A32-B065-1B70FAF2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60331211-B805-4146-9D43-73E012D6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EC4E00E6-2537-4EB3-85CC-74DFDEA3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6E7CABB1-C524-47EC-9336-9FB0B226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9C44F0BE-9BAF-4E15-8932-48ED49FB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931A15A0-4031-4AC7-8870-5B1520F0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80F895E8-C637-405B-AC5B-E44D2E5C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45676B5B-7258-4C31-8B6B-969B59F9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09DB57A0-1AF8-45F7-B1D6-F46E538C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1FACAD08-7A81-4D07-BFB9-1E8B7593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953ACC08-1354-497F-BA45-5560C2A2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7235EC21-D527-4B76-B9D5-657E74AF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BD5A2D13-F7CE-4E76-B3D6-ED598BF6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E2150AEF-97CD-49A5-91C0-10912E2B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C8F2F42A-1688-468B-98BE-013BAD9D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365E56F6-1426-49B1-9F4E-C38ED1D5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E25958BB-BB90-4BDD-A14B-0B5C39AE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17CD3C98-7C1F-4383-AEA1-CAEDF794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717B22CF-ACD5-4FD8-B232-A493A0C3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2E33DFBE-D6EA-49F5-AF26-0AEACF5E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5F1A4AE2-CE07-4048-895F-9304C768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BD0ABCE7-A71E-4019-982E-A14D4FC6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C3BE2E69-5547-432B-A45D-084FAA04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6A19D981-6000-4793-AEED-3B2B141F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B9C7B68C-3651-4F87-855E-364633CE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583331FC-F06F-4710-887C-4F1530DE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661A4C9B-5B6C-4EF3-A34A-4B1B49D2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98FF9D93-F614-43FC-83E1-FE74991F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1BE0E0C8-3D92-4DDC-9A1B-F41BACCA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F19A78E4-7826-465F-9BF1-23883C13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DF2029B6-4E4E-40AE-95DF-2F691149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B5388753-C8AA-4E92-993C-57550D19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EEDE579E-310E-4F8B-B208-C8E7DBC4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0E770B9A-7C8B-4233-A039-EC1CBB39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FAE4E647-EBE2-4A85-82D2-F9DF091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BE7A67EB-85A5-4034-A813-589D627D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4CD4E169-2117-438A-8014-B69046A5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EF9B4039-AD06-487B-9AC7-F06513D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8AFBBD1D-FC16-4013-BF20-1EBBC47F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A5AFCA81-3B3F-4C41-A15F-C92772F5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5D109498-452A-4CE3-979E-059E5AA6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DEE4C995-D88C-4107-B6CB-C0557C69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B21730BB-3C68-4E8D-809D-B39B1626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F3C4EF11-D08B-45F9-914C-36545802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E8E1AC42-10E6-4922-A25C-AE822402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5F264A1D-61FE-48EC-AD29-9C07F5B9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C34E5640-F4AC-43EE-BE67-7DD92C86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53FBEE1D-49D7-4E2B-9D1B-3897AD6C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81D8AB38-0E11-4AF3-A694-29671705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A4F6491A-8B35-4E49-873A-375957C0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21EB7119-9EA0-4112-ACBD-AD66B5D4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3A545861-6BE0-4092-94C5-E6AF2650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A02A5655-C3A9-4EA7-8524-4999115C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AEF2B8BD-EEBA-4B3C-A613-5E7081C6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6EF92DA4-38DB-4CE4-B37F-C0A2FE66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4C79569C-F3F5-4684-B32E-AD0DCBA1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AF046150-1862-4BDD-9BC9-874B6BC3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C358839E-D03B-4F7C-8B17-4D18FCCC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C37921A1-5CA5-49D3-B3DF-E6BA79E2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FF688E91-9290-48CE-85B0-B672EF7C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3043395C-5BBB-4C7F-A888-F671F2AF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4CB16A29-7BA3-4A40-B073-8E2D0056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E2667BE4-3216-4D11-8EF6-EA84B422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72818F0B-2420-4DF6-9E86-7C275F15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1B028AAB-35E1-4D66-A8CF-4F107641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8A899B34-1827-46A8-BC95-7BFB56C6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2240EF88-2751-4CBF-AB43-0B876DD8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824A4E23-E922-4A9E-A6FD-827B3D69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28C1AE86-4E48-4657-8013-CD0935EF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FDC25DF3-EDF5-4656-8B28-6A2FE389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7F3176D0-7029-4ECF-8522-D90AD142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77D7370E-1672-4174-804C-5301F484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381E72CE-0E59-4DB4-81FD-C5F141DE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889954A2-A441-4D0E-A065-39E66980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2F6DE736-38D1-48C4-8518-A98CD031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D35DB87A-7443-4DB4-80C6-E519A79A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C47DE2D8-4383-416F-AC2B-384421A6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5045848E-4176-454A-AD51-4F855CCE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6DB8913E-5BE0-44D7-AA25-D9D6D459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07DA02ED-3388-4C06-B2C0-EBA6009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F93D5FD1-7174-449E-8BAE-7A350CFA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16DD2F07-D6C4-45F7-9868-B0BE94D6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3230DD98-4FB0-4A38-B1F5-00210055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85C5A54C-990A-410D-8D4E-5A57C4C1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8B0A0304-A81E-4616-902F-DFC7F736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D85CA65D-B3F5-47EB-88BD-D9B672B0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87D5833B-9BC2-455C-8B9D-C62E5C01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3A468E45-E57B-46CE-9325-DCCE7A3B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7ED7E30D-98E6-41AF-9491-139DB128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8D28DA81-43A1-411F-A1E4-50E61146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91C4A4DF-0F8D-4A6F-948B-0CC1BC2C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F79D6C9A-7265-48DF-BC4C-DB3A1FFF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6028B0B5-D2AC-4C64-A82D-0703DDFE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法規知識的問題，不只是不會搜尋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E623DB24-5663-40C6-AA66-7FCE330B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真正的營運風險來自版本、責任與答案依據無法被追蹤。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DED9EA13-D54F-4AB8-B090-08DA762E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33528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008C5656-4D0A-46B8-BBD9-63CC4082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3528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8CA59FE7-9DF2-46B6-93CD-2F868763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95525"/>
            <a:ext cx="14668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16451293-7D0D-450E-8923-D7FA1944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4668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8D6D376E-CA88-4546-8AB1-6DB81437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01 / FRAGMENTED</a:t>
            </a:r>
          </a:p>
        </p:txBody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085DABB1-5B02-4FF5-8ACF-65A26802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169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69A8"/>
                </a:solidFill>
                <a:latin typeface="Aptos"/>
                <a:ea typeface="Aptos"/>
                <a:cs typeface="Aptos"/>
              </a:rPr>
              <a:t>OPERATIONAL PAIN</a:t>
            </a:r>
          </a:p>
        </p:txBody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568F746C-9AD6-47C5-A1C7-3C9B3EE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文件散落</a:t>
            </a:r>
          </a:p>
        </p:txBody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324C8ABA-EA11-48B5-A7B3-3A8B46D2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876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PDF、公告、FAQ 分散在不同入口；使用者不知道該查哪一份。</a:t>
            </a:r>
          </a:p>
        </p:txBody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F2ECF608-6012-4877-B00A-F47A9608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05025"/>
            <a:ext cx="33528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ACB27758-72AE-4708-B91A-4F18C924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33528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C36ADE9A-305F-4FEB-9F2E-0108FC6F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95525"/>
            <a:ext cx="14668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FC0701B8-25FC-4CEB-80F8-B1B124CD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14668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912CD16F-47F6-4671-B374-46F8BCFA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1457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02 / STALE</a:t>
            </a:r>
          </a:p>
        </p:txBody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A1660034-1495-492C-A2EB-9D6D98D7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169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69A8"/>
                </a:solidFill>
                <a:latin typeface="Aptos"/>
                <a:ea typeface="Aptos"/>
                <a:cs typeface="Aptos"/>
              </a:rPr>
              <a:t>OPERATIONAL PAIN</a:t>
            </a:r>
          </a:p>
        </p:txBody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2652BF30-8329-4AAB-A035-B4B612A8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版本失真</a:t>
            </a:r>
          </a:p>
        </p:txBody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76FECB36-562C-4F44-8F18-2A3CACDE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2876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新版發布後，舊檔與舊答案仍可能被搜尋或轉傳。</a:t>
            </a:r>
          </a:p>
        </p:txBody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81C100B4-09A2-4585-878C-B4052509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05025"/>
            <a:ext cx="33528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10BFA1D0-20BB-420E-94FC-976A3389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33528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8D7D3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A5D88647-7601-40CB-81DF-A197A0A1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95525"/>
            <a:ext cx="14668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83597DF2-D9BD-4320-B7FD-A4B9F5A0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14668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0F87A35C-CE8E-4C17-A672-7FD7FAD1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1457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03 / OPAQUE</a:t>
            </a:r>
          </a:p>
        </p:txBody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306C6AD3-87D2-4A6B-B475-C6CF6611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169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69A8"/>
                </a:solidFill>
                <a:latin typeface="Aptos"/>
                <a:ea typeface="Aptos"/>
                <a:cs typeface="Aptos"/>
              </a:rPr>
              <a:t>OPERATIONAL PAIN</a:t>
            </a:r>
          </a:p>
        </p:txBody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580EE7A7-CB1F-49D8-BA7E-9D07869E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回答不可稽核</a:t>
            </a:r>
          </a:p>
        </p:txBody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074FD62F-0998-4118-AB2B-FAED8865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2876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只有答案、沒有來源頁碼與發布狀態，就難以建立信任。</a:t>
            </a:r>
          </a:p>
        </p:txBody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9AF7585C-4C55-4159-804E-6ED73177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53025"/>
            <a:ext cx="8458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6389EC08-A2BE-4490-A965-B3369EBC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05400"/>
            <a:ext cx="8458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F7E978B1-BB9B-470D-82B4-D0D703DC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149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EFC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5EFC4"/>
                </a:solidFill>
                <a:latin typeface="PingFang TC"/>
                <a:ea typeface="PingFang TC"/>
                <a:cs typeface="PingFang TC"/>
              </a:rPr>
              <a:t>商業影響</a:t>
            </a:r>
          </a:p>
        </p:txBody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E1A20C38-ACE0-4FB2-8AF9-55C037E0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重複詢問成本上升  ×  錯用舊規章風險  ×  回答責任難以界定</a:t>
            </a:r>
          </a:p>
        </p:txBody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30A3F2F7-8FA7-4F06-B5D4-9EC4415F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55756957-E479-460B-95EC-BF7B9E2C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A"/>
                </a:solidFill>
                <a:latin typeface="Aptos"/>
                <a:ea typeface="Aptos"/>
                <a:cs typeface="Aptos"/>
              </a:rPr>
              <a:t>SCU LAW RAG · 非官方學生開源專案</a:t>
            </a:r>
          </a:p>
        </p:txBody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1D61E121-B0CB-486D-AA8E-086688C8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28027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DCD36-43B4-4DA1-A416-8A16E59C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BB5B1-33E8-457F-9DB9-43573C1E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F8F15-A645-40B2-A846-175EBC1E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A96C8-B0A1-41D5-9ED9-2C902999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78442-574E-4EC5-9EA8-BFC057B0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77433-84C8-430D-86A0-0881ABDB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AFDD8-5B6A-4953-A891-BE14C95B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E68F8-57B1-4B45-B21A-0E7137F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2287A-5BD0-43F5-983A-64B7F16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9466B-1ACC-47A1-85E5-9F6F254E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123C8-E2E3-4AE5-9AA7-A454EA30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3ABAC-494E-4FE8-AD7F-42BA4A26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3B3FF-0DC4-468D-B6D3-A30B0DFC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8ADA3-BF9A-4C5C-8399-74686339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C8A24-C4B9-4F72-B98E-05FB83A9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6FB16-059C-4BC7-B972-BAD507E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930A7-45A7-45AB-87A6-B644645B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9E17D-EDA7-4CB8-915E-24616EF3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A334E-5506-4922-BB06-3FDE9E84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AD392-768C-4BFB-A9DC-803FB0DF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04FA45-6A63-43D5-8743-7E6EC256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B6CCA-D0B3-42D9-ADB6-A248D82B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34E4A-5D49-4C01-9E52-17D454D7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66E2AC-18FB-437C-A3F5-8F67918F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57C37-064E-43D6-B9FA-205C3D88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4D6D35-E076-42D8-B1FF-198BB6BF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9245B-A8AA-4FD6-84A9-B1B2CFFF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21E71-563E-43AE-941C-3D9B0B71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083F10-C960-403E-B8F9-922B4974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25B9C5-4136-4CBE-841D-0E51C84F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13A42D-E410-4796-B6D4-B2B70DEA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2C4843-B1C1-43D4-B92F-DC76A887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DFE78A-198E-4A9A-9B43-AEF3D34C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988E99-5151-483F-8494-E36CCB94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CA0B08-7A33-4EBA-A371-855A62B5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7D43E6-D069-4EAF-B9CD-A864D59A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C41EB4-4848-4AF8-AAB2-714FADA6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F1BEC5-CD45-4317-B39F-4E704C84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3F2A99-41E1-4848-9851-7008774E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3433E4-B720-46EC-BCB7-AAB7DE16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A39311-A43D-4394-8AB4-812F18F4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044EEF-18EA-4C39-A3CC-0713085B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D5C5E1-415D-436E-8FA6-5F45446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DA90ED-8366-4F53-9146-3A98C226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CE7E29-FF1A-4781-968F-672CB215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2FE4A5-428F-44CF-8D3A-3DDCD494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E9EC89-791B-4134-9559-B9EE0EFF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00DE42-748D-480D-A2AD-4EA48A58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E3A107-D06F-4B5C-9D78-6E46984A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8445C9-3452-4123-BD83-8FF21E44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D566B8-3B9D-457B-8732-1CE4B704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C651AB-9D47-4875-9B2A-23D43161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FEEE2B-5701-4FF2-9857-54CAB49A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74EC58-957F-467E-AA3E-181ECF28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F4E6B7-18FE-4F8A-8DC4-CD5A6BEE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55F6C4-2AAE-4F68-ACED-BA7AD882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EC28A8-1D9B-4F3A-82D9-4D1CFF3E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9BB2EE-C497-4D96-BAFB-3A7A7228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A1E5B4-B885-4D52-8EAB-52483950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16465A-582F-4758-AE69-0F7B5764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AE7E34-DDAE-4E0D-BDCD-BE434712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5B78A2-068E-4E87-B202-711EE7B0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ECDA12-6AF7-402D-B9FA-39BD35C7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1401D3-673F-44A2-9E92-3F4AD787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408416-F00D-4157-885B-86214C06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A5D71D8-7707-4E9B-8330-85EBD31F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FEC7CA4-6395-4F7C-BE49-E5323C64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28C32A-35F5-41EE-80BB-837F3DF2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2B0FED-729E-47F4-B5D0-28925C21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D7A6CA6-07B3-4CF3-B652-F705F077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8412CED-A4F8-4541-9A52-A505B8CD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F44ACFD-BB89-4A6E-A41B-4BE84B18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55ED79A-E1FD-4028-9062-2903677C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C443B7F-5B82-46E5-BF70-6AA6C38A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55D23E1-88D1-43F9-AB84-EAAACD7B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2896272-9EF8-457D-8994-AB2141D5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ED4B6F-EE06-4424-9755-D16C9D82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B910E7E-8BFE-47CD-9169-ADC339F8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9426F10-93A3-42B7-B7C0-9F381781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999C386-3A86-45C5-B779-02CFE8C4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A1F7E9E-B1EA-4F10-BD83-8921BDA1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1607410-240E-4B96-9386-E234DBB5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1F9F8B8-086C-4C16-934E-49384463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3D8D960-5B0B-4F17-8FF8-4B13ACBC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60A2AC1-26EF-4D2D-96AC-DEE3980B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380249E-CD00-4D62-BB6E-CD3745F8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E7E541-B30D-4D06-9B7B-05EE2588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C9B8862-03F4-462A-8640-708CCFE7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18D80A2-2FDA-4333-ABCD-6BF174C0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4F2D7F1-448B-4435-BC21-889911CC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66B9C17-3AB8-4FEF-A5BE-5E1E41EE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3425F1B-B7B6-4A6D-951B-A06E0C5E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8FC74D1-FC10-4664-A3E0-0909901F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0C7FAC1-A02D-4E5E-B253-22896B95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3F125F0-D34C-4A0D-938D-229DDD7A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C879E16-3D8E-4193-A00B-30881ABB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F512E4-C69F-495F-9F0B-72EB9458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47A6B89-56E3-411C-8A16-7306A946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1F8B39B-2416-4D4C-8B7C-35ADAFD5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A648CCE-B8E8-41D6-B01C-20D6A5C0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48716A6-0220-433D-9A64-C9FBDDE1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58F2526-D258-42DF-A7CD-BF46B5FA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41D0FFF-18D0-4C05-B03C-BB4093F4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D48238D-BACE-462A-8601-AE04773B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B04938D-A973-4703-A9F4-2DA1389B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5CFA664-455F-460C-83EA-6726CCCD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FCD2F9-F655-40A6-94C6-FE00686E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C4DBDDC-F449-4A7D-A146-D5B20293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543D5E7-8926-49DA-8718-5553D78A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977C54D-20FD-418E-865D-6659A345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BFC157C-34CF-4FA2-B363-292A0B58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3F4A066-97D3-4F72-991D-71BB6BAD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9ABFCAF-D904-4884-AEEC-6212D34D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46A5D88-68C6-4C4E-ADF6-9480BAA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967D6C2-7A2A-49D4-9EF7-89846D7C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BF009C-D4E6-4E8C-AF08-F3979B97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6BDBC61-9CBD-4FC3-8594-0EC18AE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EA9109-F77A-4EDB-9328-8E0F1E7F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0BAA2DD-8E48-4FB4-9593-6A872C19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02E9F63-58BA-4110-9815-7028E3F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2312D83-619C-4AF3-9E2A-16E266A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2D74557-62A8-458A-874C-EEFEFBD3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053AD8E-3F3F-4951-AEF1-8DA7B3A1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4564CA9-E0AE-4CCE-8664-ADB3459D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4FC970F-4129-4009-B431-E56ECC7F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A0B9AD5-6733-4AE5-A2CC-84635F01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D9E7CB5-F168-48E7-A48A-F32F19CC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F6E38AC-1FBC-4F13-8E4A-50611DD1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7E8A4C4-C2C1-4FBF-BD2B-A63BF155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BD53605-5FF4-46F5-9C0A-F73ACCB1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C23A687-C2F9-4D8B-ABA0-A237918E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5473822-640B-441A-B0EA-9A2B8185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C344719-9260-444C-BB29-0339344B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E58F8C2-6E50-448E-A32F-D486C11F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C67EAAE-64BD-44A8-9753-508858B7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E52D03B-5BD6-47EC-8F98-122880B6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2808647-E397-49A4-83EC-9705B211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E12E61E-50B0-447E-BD4C-F56BBC31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145C696-5266-4223-8798-56DA58E3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1105E7B-D0DA-4555-8010-0873281F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979E2D9-F498-495F-A484-2D6B8044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63009CF-BA13-43C4-8680-00F3FF9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886B558-C430-40B9-AF9D-BA9121A1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29E1998-64E2-4AC8-BE3B-3122A4ED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8FBAB26-EA67-4D56-8BAD-58874592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D8721B2-8A37-4595-A3C2-AD9DFAE2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E639457-F3AC-486E-910F-3959DA1E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FE167BF-1848-49E9-928A-14CEB816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79DF2B9-5963-42C0-9C69-A3758026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6A4221C-7B53-496D-A77D-95F7C81C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406717B-46C7-47F3-BE02-BF3FF37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52A0E15-7EE1-4A1B-9930-E440C375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BAF7061-F9FC-488C-A75D-3716B304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D74A914-CC2D-41DA-9BC2-1D537CB5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8E62F9C-EF01-4A3D-909D-C3F0E225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F8EDACA-D1F3-4FD0-A606-8D45571B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077086D-0F3F-410C-BECC-7BA1C624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80E7672-E6CF-44AE-A0BA-F27BF1D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FA1507D-E7E8-41B9-9495-36B9AB2A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E7D9DC5-7CDE-40A6-BB0C-53A1C4BA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207A04E-BD30-428F-BF10-5056E931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07CB561-7733-4737-92AB-E621FC09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8A64DF8-048A-4E56-A0F1-A2F33771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448554A-5095-4916-B3CF-4D4D503F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C2DD508-9135-4F3A-B0BA-9DA79BAC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AD68190-F644-4849-BB9C-A8EF83E1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2307CDF-E417-499F-9459-1D8A62E7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3AA2238-7867-4223-8457-635B87F4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25F9B97-DFE9-461D-92F5-0986D780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C6C9DDA-FBED-44E1-AEF1-F4C392D9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A2671989-E387-4707-B230-49F3D6C9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F2892D8-FA6D-429E-96A4-F5DD2CEE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A37F8BF-F5E9-4772-8345-15EF8D5E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81ED27D-21D9-4A70-9231-22BB80F6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44CD1F2-2D66-497A-8DB8-2A58F902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8103644-6BEF-493C-AC04-20ADE843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9CE6B27-E60A-4270-A2CF-0AE40A95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735F83E-A30B-42E5-9CF1-AEB9764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8EB8A91-AFCC-4F64-B48F-53248C4F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57CEC9F-7ADD-4DEE-BBCC-3C41FC0A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A2B0BE0-086D-49D4-9B57-90030155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52F0BAF-8955-4D40-A8E2-57993AEE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35554CF-34C9-4A01-BD47-498795E2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C9AB386-0A60-445E-87B3-9689987B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612A329-F379-4D0C-8E8F-09D7447F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21F4582-0716-4992-A85F-1E417523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82D7E91-CC40-4339-9D88-4669F8FF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2A3CEE9-03B5-471B-8559-DFC8C5BE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0F0EA94-3826-4859-81E6-ADD3B97F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4F281D5-2209-4E29-A3F1-59ACEE35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1B677C5F-E4AC-4DF4-84E6-9D420B38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7216017-26B4-483D-A597-7BA21749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19267A0-EDD1-48A3-9183-89FB3488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B9A954A-3145-41B3-93AE-E640F0CD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DB6BD33F-5F11-4BFD-A020-3D34D0EA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4E3BAF0-BAAA-4EB6-94A7-57957EAC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BB3267C-E6EF-49B5-930F-35A2EBAB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C772A4D-4BC5-4E66-825D-A14E45F2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284AF20-2B53-491C-957D-40790A24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A82BB57-3D2C-430F-867E-C23B0C87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825C2EF-81BE-4194-82C5-F91332A8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E119F69-D013-4D24-9F57-39C2BEAB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2B21C17-D26B-431E-9E3E-B0314985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AB2EE6C-AB1E-472E-9685-872C382E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5BD9B5F-FCA3-45D7-8775-CB8BCA60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B8F0A78D-61EB-438A-B5D5-D5F700CD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75502D6-EC58-43CC-B41E-3E0768AE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08F774A-074F-4ADC-965D-A7BAD2FE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8B1D7AB6-21AD-42A7-AAF4-F42263F9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FCB4F8C-B81C-40B5-9752-12E60F9A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5FA3DF2-58AF-4685-9D47-E8ECEF3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6F1A36C-865D-45D5-8D72-7AFE2D57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16C375C-365D-4037-A20F-46D0C770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2F75084-7605-4605-A9E2-895DBA6F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9DEF560-34C4-48EA-864C-15F5AF71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6600F28-DC04-4138-B374-D27C2A09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A91B0E9-1134-4FC2-A56E-1155246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78A7056-A932-4AA6-B84E-8CD8FCB6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3A941433-C975-4993-9FAC-9241BEB3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4B9D10D-3F6A-434A-BF77-C4E8C4C9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2EF1F20-9DB6-4997-8777-1C77CFB6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BEF50F0-5CC8-4AAB-860B-684DE3BE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34F87B5-838C-49A9-815F-77B8E5FE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7B293C0-5DE5-4378-85FA-79C75B14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4B92DDC-0E97-44A9-920C-7182BB96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31C62F2-C8A1-4912-BCA7-90A2AFEC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1940AE1-34E6-41DC-A678-89D6B2DE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BBF41E4-594C-4476-9AC3-4DABB1B9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489E4E9-61C6-45CC-B545-4382C05A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A2DE32F-8FAA-4E7C-87BB-438CFF9C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6A9650F9-F5B3-454D-8E5C-DC7B03A0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9B3D8A2-47D0-4A24-912F-E7C1BB4F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C4180A3-8D02-4A93-8F1F-A9AEB63A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A87157C-09E8-4D19-BDE6-092FFAD0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AFF5CFA-ADBC-437B-A53F-6FC0E9FA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3468680-34E9-469C-B5B9-D6B57857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C959FA2-614B-4986-9D14-DDB9367A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667F7ED-D413-4217-8CDB-04100246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F0F2CC1-712F-4F38-9201-D14380A6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161FD19-7359-496F-9590-EE187F93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3764883-D76D-4D7D-8879-6DE1223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4B26B52-B2EE-4E7A-B484-FE3C13D1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1DFF5E2-705E-423C-B9FA-8AADDCE5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1A30AC1-5B01-47F5-B3AD-1D73BF22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564A1AED-1CC5-4A19-A104-B28D938F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7E1D7D70-7A29-40B2-8EF1-B0E2DB36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15F3EBC-F5A7-4273-A143-2F1E3EAE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4C8A6E8-5262-4527-BFF3-281365F3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3A5D9038-3F4C-48A5-A978-0389080C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03CFEEF7-6A90-4E81-8FD6-D0940DD5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9341727-7DCC-423F-82EF-5935486D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8EEC7CC-4AD2-422B-8987-F52357E3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DCC788D-5ECA-4EE5-903A-E59197E5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62AEF20-878F-4A7A-BB9A-115780F5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6A1A5A32-2E0B-47AE-8825-724F1563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21EB160-7721-49E8-9E31-B34FA5D3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CB94EC1-959C-42D6-8804-057A187B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0ACA4EB1-3BF4-4C21-AAE6-4E1B31F2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E4055C5-1CDA-4C3A-BA5D-9F088BA2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87BC793-DEB6-414D-84F0-2421BD63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62F57F51-89B1-4896-A1D6-6CC9F279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4A14E1E-F6C5-405D-AB58-79E336E7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F557BBC-1FDD-487C-A500-862243D3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F69A417-3178-4E45-8343-8AEDFFED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2CDF548A-89F1-4720-951A-CBE44193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AE7E262-690B-4BCA-9205-F4A15F6C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FAAEF02-A6C8-4D25-AE7A-899AB1C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AF21435-2E67-49B9-BA28-2C1DD192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3832A175-6BD0-4502-A8F5-3936DD6D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1F50693-5A9B-46C8-B563-71605848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0005F585-D67A-4009-9B5E-03C7514B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2A837E6-1D5C-4B8F-AB19-469BAD29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3D13AD64-2EE7-46FD-9BC1-FF3D498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9833A98-F4AF-41B9-A669-9DDDE7EE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6EF4ABD-584D-4475-A550-3690AB55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9E14E73-6F2D-4E8A-A3F4-4EABA422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72A346F-28B9-42B6-9CF5-6DB0BD5D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45CBA6E-C030-41B6-9824-5073B08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04A267CB-FA77-4B88-A16A-3A5A2132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66D84252-E24F-4DC0-86E6-B85C42B1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3EB205EF-1FE5-4A6B-8E70-43AB3EE4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FF2E61A-CF17-4D35-9C86-D67557DF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24E733BF-FE74-4763-8FCA-1322A529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EB9D16E2-7A9F-4965-A45A-4FAA9DBF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4364B041-3E5C-420C-84FE-250D640A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082F468-BA37-4D6F-983C-356ED4CB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B001FA52-BB81-4558-8A96-AAC2F808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E929820E-D773-48B3-AC30-7CBF174A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503BA569-4870-4478-A5DC-C1CBBBF3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224FAD76-2739-4F92-82B8-02115B27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D47B3D2-D89B-4941-BB32-605C26E1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3E318BA5-A0CD-4EFA-A4F8-18829C9C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B5BFD768-9254-43F4-A959-84A50941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D517E337-1562-473F-B726-B70F41A9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A115D9B7-B321-4E8B-B38B-E7B4E47A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92502FA-B4B1-49E1-BEC2-AD943EBA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12BA37C9-84BA-43AC-A26B-180D607A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392E96CE-3934-4228-B75A-06599A8C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6473F00E-72BD-4F45-A3E7-F7AF7D9C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CF9B71F0-3879-4EEF-AB39-1B5B9690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77A00C6C-7E9B-469C-BBEF-62D0EBD8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CA996BA9-24ED-414E-AD42-01730D95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107A835-E9EE-48D6-B214-2D8AE03B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E426D1D6-9421-42F1-8B53-A904AA39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33D2B7EB-FE97-4A3E-AFA3-7837A7B9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BCE38A72-FD42-47DD-8285-F7AFF8BE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1BB55B6-D2ED-49CE-AA50-A621F0CF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D26EE3C-ABE5-4FE1-AB0A-66AE2F31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EA2EC56E-8F26-4847-9A5E-3EDF7700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FC14C1DB-1733-4A6B-9D9B-34BED4CC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5087EED-9950-4412-93EE-420983F8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DA75CA62-9936-4475-ABBD-9693C24A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76A34882-9B61-4950-B1FB-5AEB1255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58D556C5-CA03-4E60-8C28-57E7FBC5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E9C66583-4517-4FA9-B73A-F4A7E5CB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D9A1A8A4-83D2-4B46-9E71-3D379CC9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56C8A9D0-7221-49D8-941D-6071134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C0ED537E-AE32-4EFC-81FA-4A0CB418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330D9E4A-11B0-4762-9CD0-9F667C6A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AB6DABCE-EF76-446C-A73F-08E9D632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39B13F19-AF0E-4A9D-9628-A687A6D6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8DE9F701-6A14-4F09-9316-02E1C25D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49F97457-E594-4E60-A7A7-9346346E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2F0ABAFE-C82D-49CD-9BFC-A94BC5FF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8425D289-A472-463B-A8BD-23EC0F4D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AAF7DEBC-C792-4111-8688-FBC04B5E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C3C843A9-8EEC-4B5F-8B3A-A427A049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3B626201-6945-44C1-8426-E81EAE84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BA040839-AB17-49EF-9BA6-0C3F2C1D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1A61DA0-D084-4E7A-BD68-4B3D6BDC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0DC17CCA-9335-44AD-B4F6-664A0382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CBFA4751-73F4-4E71-83F0-DAE95BF5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B7CCAD2A-D29D-4497-8100-74EB3C51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796FFD1-98F5-4C97-B6B1-0B157927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45CB0B5-84E2-4A31-8AEA-5265EE30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5211C48C-EE41-425C-954A-53A2EEC0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EAD5B2EE-DBEC-4CE3-AF77-00E437D8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3EDCDCFB-924C-4B9E-85F2-9F27220B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E81451B0-8780-41C7-B856-2E5E1798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6CF17B57-C01B-484B-B202-82B79A87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301BCB61-FB05-4E0D-B050-9A3E46AB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EB5C8E91-FA13-40F7-BF4D-B9DDAD8A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4775B7D5-464D-4FF6-9BE3-A208CBA8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747F38A6-452F-45F9-A94D-89DDCF9A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EE1125D3-9EA5-4DAA-8E4B-9CEFA00E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C31C27B6-2E02-495D-81B0-08E7FF74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EB3B59C2-ED2A-4195-BAA2-88A8F9B0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7D1EDA4D-C076-404D-9311-F41BDA77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01DB3351-6CCE-4B7D-808C-0D5A482A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D800549C-F8B3-4D63-A713-2B432D4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2409B74-FBBB-4487-B9E0-43893D11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F6074E0C-3FB5-4B29-8767-E0872B74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0EDB507B-2B63-4F0D-B36B-4482EA11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721A8592-8C54-46A8-AC21-98510F40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B45DF992-1155-402B-8C85-3F4452CB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D4D31CFF-2B54-4E47-B18F-21D93455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7859A24C-239B-41AC-BF43-6C4DE5ED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B2F049C9-1835-4BC0-91F0-36F17334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EEB5886-A264-4B9F-8ACC-A63ABC6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E2CEABD2-0810-417E-998F-94689636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6FDCA32A-73BA-46D1-97EF-BD014C0D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583172DA-0188-41A2-BC4B-5669A21F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EF4EA99B-2BF4-472F-8752-BCC534DC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A40433A-A3CB-4B67-9F73-5C3D6A00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8168C4AB-89CB-4485-AD13-3D62A212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9A08DB98-62CF-4689-A531-CD05F06E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FA19FAB5-302F-40E8-A04A-0C1C3304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32725C66-4793-47DB-822E-F59A0A4D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54D84DC-1C91-46BB-BA37-7704FFF5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0F2B8269-A70B-4D74-AF78-F2E8D11D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252DF851-0AA8-4576-9558-344360D6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E2ADB982-255A-4C3A-AD38-F5CB5D10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F03E93C1-C6CA-4C0F-9B44-E3BD8387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A3B88436-0E0F-4BF7-AE8D-5AA3D193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4B1168D3-2325-48E4-B53B-6DE2AC57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E0F97AE6-4A48-40AA-8195-442972C3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CE8DB13B-7F2D-4E49-91E4-A6DC231D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4759B4A4-02C2-4AA2-9F46-3ED80ADF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B895DB8-DA15-4BAE-9765-3602B08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F09D32F0-A70D-4D14-9BCC-A7FD1B8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D77EFD3D-195A-4BB1-9B46-B7799395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EE0F9D68-5473-4301-9F14-694788F3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6EEB09C8-B0EB-4372-B7C0-7239DC70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F400E59F-425C-496A-80CD-5DC0A8A1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BACD18CA-41EE-472C-8F12-753E6CFB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073C9FE2-097B-49EC-A9E4-AC4E7DEC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A8B26082-AE3C-4603-AFF4-0C9A96A6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6D6241B5-493A-40AD-965B-889B7FC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B0A5804B-AD5B-40D8-A7C4-E898D450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D5591BE0-BB0C-4754-847B-61542576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FCF3F2ED-B819-4A72-8E8C-289B935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12FF93E-ADAD-4DB1-8FFA-96844DFE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AEF4ECA4-724D-4CDF-B30F-5FADB7E3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F02A09AB-3E33-4152-90D6-50C5730B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B8317A63-8D33-48AA-89EF-17591045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6714AEE5-75C4-457B-B727-92454F97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F506DD3D-BBA4-4696-AC82-2C33654D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CC4CB8E7-13F9-417D-A393-3DEA750C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7A383056-61BA-4ADA-A507-CFADE160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CCBE0E19-89BD-4F90-B6C4-68BF68CE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90578709-90E3-426B-BAB8-E71CBBBD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A19EE1EF-48D1-4765-BA6C-97876CF6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16E31352-7FD6-4C24-86BB-AB869D9B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A5805B06-496F-4E85-92BE-EEE62AA1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FF4E448C-B073-4607-86E9-051E8E62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FB5E908E-4762-4F62-9222-B28D317E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91A519A2-0FD6-4383-9A6F-6BA8DD92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24298779-BCE2-4E81-BA1D-E19CAA13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3A7B30F-8C6A-450D-87F8-7224DBAA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FD27ACAD-2A29-4361-8BF3-54A43AA8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01DD9508-383D-4897-84BB-59D069E5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BDEDEF67-54DB-40C5-9B3F-1009BD6C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9790CABC-AF6B-48A1-99B8-60D44EBE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4A254096-4E4A-4F10-93B9-71098010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A3CCB1F4-A41D-411D-8C0E-CB3BB93F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E23DF8C2-C587-4129-A216-AFCC95AE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EAC39E07-89B3-4968-AEC4-6ABA18DE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8C91A27E-01F2-470E-852B-80EE5662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D3855BEC-B319-4A89-98D5-722CD1D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D6ECC487-02C9-4528-B427-CA0E9CAD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F82EBABC-36AD-49A0-BF2E-2E616CEA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AF5347CE-4068-48EA-8602-92F4D24D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378B17C9-A373-4532-9C39-C49E3CD6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F1432E3E-4600-43EB-9C21-B5123260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E4AA62AF-8A76-4D4D-A90D-E62D0C74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9A3356D3-343C-4782-8BF2-909B7110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3E9BCA66-6DD8-417F-9E98-9E95915F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99BDF298-8587-46E0-95FC-19998856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351FFAFA-5A33-43B3-A6C3-A3121EFB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72D3F791-3797-44B7-82A7-1BA117C3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17B9C7DF-BC69-40C4-AC74-15718A51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053132A8-3C6D-4E99-8F68-38A6461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A2259082-1AD1-4AF5-A194-1B8EA53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D8F8CAB2-38A0-40B6-A420-6D9DA603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E24679F7-E1A9-4492-B463-0303AB3F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CE5060C4-567B-4852-A93D-36B49382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397BC9DC-4F17-4DC5-B175-CE5BF09C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DD94BC21-E243-4E2E-9977-3A55B99E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0FEFA4A2-44CC-4FB2-8771-918DBADC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1768B4D8-8676-4618-AF9F-6AA43054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6DC61A1-CA75-4C59-9064-E084FDD7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53C8813B-2083-4B5A-AFE4-4E922DE7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8A944E87-F0C4-4CDA-B307-98410F43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27248488-FE5D-4C01-A923-9C9758D3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458D0177-F266-4E33-9F9E-5C6A06D4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491E1053-6968-4B45-9F8F-6A6375C6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0FF27804-3681-4BD4-9E47-C17C78E0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B7306668-9833-46D2-A75B-036B2801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D448286F-3FB7-4892-8558-201AC664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0539790B-2402-43BF-86B3-5B686744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6F5D6FAB-55C9-4E68-9FFC-9E781384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ADB4B003-6806-4F67-A356-67CC65CE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094B1536-30D9-4C29-86C5-66B589AA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B1B7445A-45A2-49BE-A474-63F226A3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F483AC43-6287-4962-AF39-633F30BB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486E6790-18A6-4ED0-99DD-ABE4113B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BE9D27EA-4383-4878-AC21-8A527C4D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03092BEE-7E1D-419E-9498-CB3DA6E6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35923F20-F078-4BF1-99FA-717A77ED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FB8D3239-31E0-4D5E-A34F-86815441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C9018F59-AE01-4272-B87D-28097690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CAFC30DB-7372-4779-9BC5-2C058783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A2CFD54F-C8D4-4CB4-9415-57203150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1247D4E2-772E-483B-833C-BD7A3BF5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1CA0B3F3-CD20-4DF2-992C-5342B8D8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2343E6AA-8E30-44E1-AEA9-B749D797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D6F519D8-E473-45A1-9D7C-06B59510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48A2A1DE-DEAC-4228-B560-A386BEBE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974F007E-1B83-4CAB-93CA-23AF93B9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841ECC56-3395-43FE-A1A0-5A31C70C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EEFC4ACA-46A6-4D47-8D2F-E63344B2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D648673A-7110-4160-AF9D-E75BD196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C3502562-6509-4F3F-930B-63932E19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BF859221-A018-47F6-8AB5-E5302F83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96FB4CB4-8FC5-4E41-9B12-655D94C0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101B5AEF-119F-43DC-BD07-F6FC0AC0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29187680-5D70-4174-B0DD-3EEABCC9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6A9272C3-ABC3-4397-803E-DCA3E315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335CD211-37D7-4E6D-92AD-DE0CFA14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5EE7BA7B-302A-4ECD-B40F-8CFEBA94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743823C7-C711-4AD5-8FFA-1A355A4F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511A3041-3F5D-4014-A3EE-9D8FD843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0079F2AB-3B7F-458C-90C0-2A2CB594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237C04F3-B131-4B4A-BC35-A0BE7213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D2BC13EE-2DC0-4D94-926F-C6EFDF39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89608A7C-0ADA-4BEF-B33E-28E42B09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962A52F3-3959-4F70-988B-8CFAD96D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70101DFE-5633-436B-8AE2-CAF5190E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AD6D9BA8-F2BB-4B62-B737-041C2D6A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3F08D02A-3857-4D43-B03B-927602CC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D59084C3-0920-48AA-9F44-65E9DF40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12FCFAE1-73C3-4D95-ADF0-948EF7AA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653D5AF6-DEAE-4404-90C4-F055278C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A87FA5C0-6649-43C7-94F4-8934247E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65801CCE-01E3-4DAC-BC40-131CF6F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E512F8A6-47ED-45ED-9FDC-5BB9851A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A4853ABA-A443-4A5D-AED6-2F46477F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76207A22-C2C8-44ED-9A8E-908D6C0A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19FA6278-E699-4754-ABDA-962309B5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00FB9509-3305-48B8-9CA4-0157F345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3BDE044F-66A8-4B52-92A6-005B984A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8E37F514-A1E8-41C7-80EE-784521CA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BB129DDC-AB41-4307-94A1-3915D05C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605F569D-D502-4983-9917-D9CA6FC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E7906495-5DB3-49B3-B309-DE87FA1E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6CD2981D-E25C-4E78-9989-41C752D4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8CF4924A-0832-4DD6-A00A-EEFC307A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AEC59A7D-FBA9-4E5A-B2CB-10AD22FA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1477014D-540E-478E-9114-D5F930FF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56E3C3C8-1D40-4A7F-97B9-7C171013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CD542E80-D0AF-45BD-B968-B8952E9D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1830B9C1-51EC-4FBA-A85E-3BF4FE0D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5C8E45B0-6FC9-4E66-AA79-18222429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BEA807D1-21F3-4CE2-A535-CE495E89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F715FFDF-7797-4737-BDA3-9513F025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E5997411-FD1B-4F9C-A277-0642E03F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F65D360A-A54C-44F9-A708-78AB49D0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2F688AB8-077B-4B71-9505-941BDCF8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3BA11FB8-58D7-4B59-A43E-4BD5E0BA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4B183327-EA7E-4D82-B33B-08154169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3E5CDC33-E806-4BCD-9C0E-984D3A9B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E91710ED-4DE9-430F-8BB0-C910F45F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2DDF9F7D-21C5-475C-8902-A71E2820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6CB61863-5102-4619-BC79-3233E303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0BC215CF-AB21-4266-8F12-D74C0CF9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CF18BE0D-1B35-4449-9B8F-7B98B1E3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79D67CF0-9339-4378-B96A-0F04A4E9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99737D93-B818-4BA9-A2FB-4AC81EBB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FD60B9EC-B2D7-4AF1-B624-4BD33298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ECA354FC-012F-4639-A6CF-9B3D5D79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F42E5BB1-701A-4005-B3AF-E621AC19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DB7E1D89-7AB0-4475-9BCF-CCB36FFB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967C6EB1-E5B1-46F9-8B52-3D6E5656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EDB12BA-0FF7-4EFB-AA67-88E672B6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A0EF2BC-B67D-415D-ABD9-DDAD54BD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33590B9-81C8-4AE4-A468-85CF9E83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2AA3709-A0FA-4062-B4CE-E455EA41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2CC206E-3D4F-4605-8476-4B3C5CB9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A384952-B53E-4BE9-8136-B2973F52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07BB4B3-2CA6-4640-B6CF-9B0E4B24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AFF6C51-DAC7-4A0B-BFEC-37EF8183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FC2071E2-9EEB-46F3-A978-6D71CB5A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1B7B364-C3F5-4AF5-9058-471503C0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26F031F-C3A3-4EBB-A3BB-6D7572BC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5A9698A-7667-47E3-A0BC-E3AFC1CB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1E85F10-172A-4A85-AA95-E9A98645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55AFBEC-DB1A-4E22-9DBE-E0F716A2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FBBDAAC-7920-4CB7-A049-02110629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F5C3503-8E61-489F-B0AF-0ABF2A5E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6E2301F3-6938-4EDA-B317-ADDEAC0A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2A49DD3D-E2DC-49DC-BBE1-980A26D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42DBB065-A83D-4015-BF78-CB3D29AD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21BD9AB-D958-496D-B91A-1876F4E9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13FCB6AF-2C7E-4F08-869E-9EBA8E9D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8D4728D-7862-4B2B-97CC-FF080198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30C1CD81-CCE6-4328-8148-2DF93000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6FC5EF18-DED2-45AF-A134-0021631D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D0F81BA0-25D3-4C00-888A-180B4608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896097D0-180C-4BE0-BD19-DFF4663B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704DC652-2A76-4DCF-A7B7-5D0FAB10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E271DEC1-C61C-41CE-9823-47E59FC7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818E4B7-0711-4AE0-B634-CC91DF3E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D6DF7053-B10B-4172-A3DD-6F9F2DFD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DEBF456E-82CD-4025-9CE2-5016EECE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E4384CEB-0361-4677-9F1A-097EEA25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897D839E-37D4-462F-96DF-F736DB12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6BE5009C-1638-4E38-BA00-679092E6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A2009909-A877-4E7D-8D99-630122CC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1CAF5716-FF14-4A2F-A654-F10ED941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B342CB1-0063-4FE6-BEAC-CCB74072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944F2FC-0C4D-4756-AA96-2075D336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00E8FB2-6F5D-4865-9849-3619B001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7F9056D0-5835-4BCF-8027-791737D2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0DD9A72-C393-4E93-8FE1-52DF0A2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0034464-9C41-420F-B633-4EF9DF36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3A06DB7-DA76-466B-96AA-5DB539BA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8E762A5-B451-4EC7-9DFF-78B12B3B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DB559AE-C2A2-4631-96E9-719F02CB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06AA7FC1-830C-41B7-8C0C-1DCE97A4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05E2CA82-67F4-491A-AB15-A051BA35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D59037F3-18F5-4374-9150-3C4355F1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7D3896E1-E6B0-49CD-BFB5-05ABA0D3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615FF881-28C1-41E9-9A15-8915D0F6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9A6B970A-904B-4E5D-828A-E5873F9F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5E3F9553-172E-4343-8545-DC93AC48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77619A11-8D1E-4871-A308-996C4673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C675592F-3506-467A-AED9-54CC50B3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D70FECE3-64B2-4F0B-8426-6B3C7785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88F499B7-4423-463E-A079-337C25A4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CF0E31E9-A30C-4E63-86AC-CAC58DF3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F99F07E0-9C5F-4872-B741-B5BA4A5B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130EBED4-A7B4-4B0C-AE96-4925B7BA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56A039AA-5B50-478E-A8AC-8724F4FE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2CC18B69-EE4B-44F2-AD97-759B3D72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0DF72537-BD20-4103-AAA6-8075B4A8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6D676464-6710-4EC8-9F31-B89BC6D9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ED36E730-BDA7-4E3B-B681-2FD98398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7E4D5160-8FBF-483B-91CF-08BEB046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7C53C4A8-E530-480E-A863-35DC6E16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DB001AA8-3BA1-4602-B94F-AE29D2A5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ECF4FEA7-309A-4D64-B04F-04B60162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9856319F-4C8D-4DA5-8E7B-3A9F632B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443F8521-9F6C-4CC7-B442-6E362773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1A73EBAA-0199-4CDF-92AE-D9ED82B8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92D35EF0-4E75-4C65-ACF2-1B13B50B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6A71C0B3-5595-461E-9CB9-378E1167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3CF7FF7A-29DF-4F27-B40E-57FCC06F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EB29A17D-6ACF-4D0E-9F2D-50929DCB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B7C3243E-8874-433B-BBFC-299D8793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D1660BA7-1218-453B-AB6B-14674A7F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5A6CDB24-5958-48C1-A914-86E65D72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B0084A6F-3B0E-4676-90BF-5F96A5CB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4325D08C-47A1-4A73-A1DF-5F5D625A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EBA3C3F7-A082-4730-81BC-A9D6E399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8E0A4247-F93F-4A42-AC97-CB988C75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E046F19F-9719-4B67-BE37-AC345B38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0CFF2128-BF2E-4BA7-B342-7D005A05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8588D4F8-F8A8-4256-87DA-21EF3087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5C67A663-B291-4AF0-B9E3-ACC634EA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93B6870A-DFB0-4C28-A7A9-E4F50038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1F5CDD61-5DF9-43E2-95E6-C71CF184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6AB86C40-8126-45FD-AA1E-C47CDEE2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7E16BF0E-2BDE-4861-896D-06AF4F97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474D795E-3AB8-49C3-97F6-6E547FA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2F1D7EC2-CF79-46F6-B8C9-7A4C7896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AC111936-7768-4549-9D2A-497DD6B7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F3FBE006-B945-48D0-A08A-E319EA74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492E7ABA-2D97-4673-815B-DAA7BFDE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52363C88-A25B-40F8-91B4-BF80B966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46940365-7A35-459F-AC4C-994EEC7F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3CAF8EC3-50C5-4F83-AF12-55A2CAF0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572C2AD2-525A-47E9-8827-515B0CA1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F242C728-C4B0-4FF3-9D3C-49AD7E4B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15CE479C-9050-4474-A6F0-12AC80C2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FE3DBBBF-0DB7-466D-85B7-B9B7F6B9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77A661AA-0D5F-464D-82A8-D22EA1BD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D589BE5F-BFE6-413C-A9EC-200D7751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236D7C78-7C91-4436-B412-4F27F844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E3ED9E5E-B2F3-495E-A50B-9D012615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3AA72A45-FE16-4949-9BD4-CD886C42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A1571542-B4C1-4120-8774-FC59A790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DFDE7476-7FAF-4231-89C4-763C8803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FCDDD41F-7F1D-4817-8123-ABFE0130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5A8914E2-9D23-42E6-B16C-6C0E8173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D5F79510-A85D-48CA-BA07-477BBBA0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70CBC950-3BD4-43BC-93E4-7FD4494F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1424BBD1-3B02-4FAC-BCB8-510B4CF8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2879F5B9-823A-4F53-9597-ECE8B86E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1C5EBE05-A47B-4671-A099-3D8685DF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DBCF7B2A-8791-451D-85C3-9E6BAFB3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5F0F2927-028A-4625-9FF9-8BEFDDAC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33EDD8D9-6E01-46CA-A2D1-FCE1059A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7758D427-21E5-4C7C-A4C1-415C9FBE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17824C83-4860-4CAE-B149-7C1EE901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B68551A7-5E8E-4FD1-8B90-81D15B19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CB4356E0-9EA7-460E-90F4-56210A1C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E1BFD324-4119-45B3-A860-F16C456A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C64101B9-0BFE-438F-9369-B4EFB7BC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BA93F558-6FA5-482E-A286-90A68040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0CE05684-C579-43DE-B4E5-B648802A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7DC38BAF-92E5-4328-AE3A-C99B5A97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E146D6B3-B573-424D-96C9-DA4FD3CB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F87E9A54-F722-45BA-86D0-E8FAB111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B40686AE-E879-41EC-88CB-BB000E81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70CCE06D-FE88-4FA8-8C3C-B5767DDF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706D9BCF-6898-4E28-A9E5-78EC8B93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DB46FD61-2E56-4EBB-96EA-CA5A76C4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CFC415E0-9968-41E5-9A9E-C5359270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FB2AEC99-03BA-46FA-9732-4F75E808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1681D584-F11D-4005-ABB0-EEFD5623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A8B6937E-A1C3-4E26-8F8B-BFB7DA24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9EFA30F5-5029-44A3-8EE5-3242175F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AD8C768F-1522-464C-B150-E61B8335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357FC74B-708D-4A1D-8C91-6758426D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A8E4F7CC-4E98-4EF2-9A08-83B4A744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C195B8B2-164E-429C-B1E2-C1A1E7B9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DED3C194-0C96-429B-9913-D85EE05A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E608E997-43C9-49F7-83B4-16613EF8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2EE40ECE-E4BE-4490-B9BF-65F887BD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A824C020-E131-4F96-B2E9-B460769F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225C8BA1-6DCE-4913-9C4A-467F9064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B96C0109-CE5D-4720-BF2A-1F64F6B5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9A32FF26-7FC2-4923-9BE2-D21F99C0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AB6E8AE3-929D-4B9A-B137-5863D0BD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95948568-EA3D-49F9-A42E-7F60EDF9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CECFAD63-3D4D-48BE-A181-BBD7EE89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75D95D79-D849-4E29-A652-9A412860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F358439F-018B-4257-8DA8-B4A91BC8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1D9FC105-1125-404F-B6B9-ABF1C3AD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2ACA2109-FB75-4D2E-BD1F-B27437A4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EF8A2944-583D-43CC-870A-C85991F5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6BAB8D25-0BBE-4BA4-80A1-6A23FD96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2C26136B-31C0-4DF4-8356-BACD4EF7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D7EE2E9A-6A32-4842-A5BD-312519F9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9F89F01A-CD85-4D4F-A1F4-9DFCAA02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348285E9-4567-4648-9139-EC8EDDA9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9F4F0BA2-431B-4BC6-9310-4EBA68C8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E9EAF9A7-7763-42F7-9D4A-B07D701B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13912B5D-4F58-4127-88F4-E215FE22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D6226F48-E067-4349-B3E0-0C5ED42E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18A7AE18-7DD9-43C6-B768-B8AF883A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FCF86FFE-E9DF-44BA-B4F2-5E692638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9A605A21-9451-4D4B-B3C6-7D9170C4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41469164-86FC-4F09-801E-149F81A2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6BA80B12-47C7-4B25-9ECC-7701580E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BAA917C0-6901-4E50-8719-0AC153A5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C1A28E29-E48C-4AD9-B03F-8FD7BFA5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DFC6A8D9-85B2-40B1-8B47-7F20E485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578CE8D6-F354-4EB5-A92B-70A57421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4C99959E-FB5C-4D8F-AF8E-7D39D06A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44A0914C-95A8-4C70-B188-B9968EB0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F44BEB04-51C1-4191-8EC4-ED0EDE91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80B8EF02-C0DE-4803-BD8B-5AB578AE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68711533-7A6C-469E-B0F8-791FE66A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C66473A7-221A-4B2A-9336-C8FC335F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E003C676-845B-4BFA-90C7-15E692D1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149D7909-46A3-4430-BA45-A27DDADB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862ED8D5-88EC-4322-A8F8-B85DC982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806A7327-D943-41CC-997B-0F59F522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2EE40B22-086D-41E8-9BDB-F5F59164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883A42E0-0B5E-4D75-9370-205B2A67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DAD01CFB-68BD-47E0-B061-D0EF40DB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50B178CE-FEB0-48E9-9B35-2597E082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9107E299-DF90-41A8-9B52-76EA31FB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4799FA2B-E8BF-46AC-AC74-D8E7D8AF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229E602B-9682-41F3-83DC-8732BD03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156D1D3E-66D4-4F71-B2E8-53F1D15E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C22E1D16-C45B-4BCF-A86F-194B4A32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88813A95-DFD5-4761-B044-7BEF158B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4EE9F1C7-57CF-47B5-A2BD-13980D94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74657A8A-6742-4220-8E3E-A511424B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2A19390C-9E27-45DC-B106-F02AAF5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75E99BF4-59D9-47BD-8D6A-C58364DC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4C3E6495-016C-498E-8BEE-02300F5E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5833A097-9780-462A-B886-DE6249E5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5AA404EC-3DE2-44EF-BC93-F77D58A2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54D86CC6-3507-4C63-9A35-4B80CEFC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D33000B8-096E-46E6-A8E4-F954ECE2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F39565D4-5BC3-4CB4-B5F6-D8750B9F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76D17E51-1076-4EF1-88AE-8FA4FF53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32297199-52F0-4C25-B819-EDEB2C97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077FF027-0B32-463E-B4CD-32BB37E6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5A6715C7-C316-44A2-B199-7280E41A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ECF4F6AC-C402-4BFA-A133-BA4B6CA5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9BED1124-5A0E-40F0-8D44-829938B6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CD42CEA7-DDA6-4BB5-AE20-47F3BACB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4001745E-45D3-4925-A6DE-6221937E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E40BAD3B-CF35-4473-B379-BA117498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8D0C6786-D5AF-44EF-A715-DDA6EDE7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75CD03A2-6F8C-4595-B7DF-E499C92B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6EB1AE8B-4513-492E-A08D-811E0021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46FF12E1-6243-4AEE-9954-8CDEAA76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0150F57A-EC92-4CCE-B096-4D9DB3CB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55587B54-49FC-4E41-A78B-F0F81EF4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8D5B7F10-BCD7-4ED6-AD58-4F7562CD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DE839E95-4C40-4CEA-8768-F608DDF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49A91F68-C30F-4B3E-8177-44744BC2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4D7601D4-AB8C-46E3-B453-6433723C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96F04FAA-5178-44B1-A5D6-FFECDD6A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03481515-0C5B-445D-8370-13B0E2AE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CE633534-0A49-4AB8-BCDD-7D61D08C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AFEB8757-12F6-4A86-8902-D2A1E2BB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F51F7E5B-947F-4C54-B6E5-159F600F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8B436B32-D941-4333-BDC4-247ED422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E514A642-07FE-460C-AE38-124059EF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0A7915F3-BC66-4F08-82CB-3C9F3901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31212AFD-7A1C-4780-A854-A57D1FF2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54D36BE9-8681-49FD-BB21-FDAB15FE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0FAA9C83-79EF-4C1A-9D6C-F0B60966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01C332F5-8600-49D1-B078-A1F03795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F752A23D-41EA-47D3-B367-C0C4B9D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1AC3F3F0-F175-470E-AE01-94562453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22C1960A-BA01-45F3-8036-4EC2809D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D678B427-A87D-4FB5-BD01-10BE0753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4CB9A819-EF12-48C7-8B19-5F575E34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71A7CC2E-1BC7-4922-AA87-E60E1811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E279F685-DBC3-4186-8C3D-08CD11BC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47F61F72-398C-4C7D-9A54-A252DFAE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64EC7AAC-C4AD-4541-AA3F-7140B8FD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86F136B7-044D-4453-8153-0B65355C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D885037D-6109-474D-832E-54521D99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510ADF98-4652-45D8-A75A-779EB955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B169EB1B-0864-401E-9F07-E0267B23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8196B055-303A-4DAC-BC7E-5C98BFB4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6F586276-6AF2-4E81-BCFF-096C919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E2665806-90AE-4673-9B7A-3A72154C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1536F79A-F9E3-4984-B56C-1520279D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42A65FDB-AB4C-48C1-BF3A-C9487B76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42675B4D-0596-4CA5-99E3-8D36B889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7403D281-3D25-4D04-A8B8-35A9E058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D7339F9C-E0DF-4A43-892F-8807829B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7E318E53-8263-4BA5-8C0E-3CD31B42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052D8422-C6AE-4B25-8A38-24713B5D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E7681AAD-13BE-47A5-887E-2FD4C1BE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AD488919-90FD-40BD-AA62-D3256CFD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934C3C12-AC0C-4514-BC96-E1E46DFC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1820C4EA-EE60-421D-94B1-B128CF35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406FEA1E-8A61-4180-B1E6-AB9822BE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D74B7EC5-879B-4EAD-A9BF-21093641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41AE65CB-CCDC-4C6C-8A16-12468410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4AF95F8F-C23A-423A-873F-D1EAE43F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49254FF2-EC5B-424A-8682-A9452D34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6D3B05F4-3832-457A-B754-AE28DCE4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6D8B6FD9-D9C0-4A0C-B4BE-CEC8C58E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A9AC9C78-B94C-412D-BE21-C524630D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6FF1C972-60AF-4278-A61D-B23A8FAB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9DDCFE99-D77D-4BB3-A702-D87FE4A1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53E1E158-31F1-4A8B-8031-662607A6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96CD683C-F798-4F32-9A51-F807C2FA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98750B55-05BA-4699-8FB5-5786CA88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A3E1F5FC-DDDB-46C1-AFD3-7C802F28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472DD0E0-4098-43E6-B20E-D3293105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941D2A13-0BA4-40C9-A652-5D873872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6C674C30-760D-473E-A421-CEF7BE5B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2D99975E-0532-4F73-90D2-336B2F6D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026DC90F-4E8F-46AE-927E-58242A3F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08B0E6EC-958C-47EA-8CDA-A5CAC853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DC7218FD-FB9B-42A4-BE8D-CEC4DE16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49E91C09-B9EB-4316-A001-37358F33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5F075F02-8254-4871-9F3E-DB452746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95AEF742-C38A-4339-992A-C64930D5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96378A89-76F8-4779-8982-BCD1B4A2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54A571D1-1E50-4C0A-BBA4-F8FD6D93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E22D4608-9DDB-463C-AB2D-0470B002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34636B36-45C5-465A-B423-E07B633C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AFB81A3D-A98E-4E8F-88EC-CB14C53F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E3BB1F93-3875-400B-A8E7-3BE8B086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5E52375B-7DC8-409D-BCE5-950225E8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CBE15D68-CE1F-49A4-8750-33140DCF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6DF00AD5-8771-4C8F-83B2-306EB755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16D53549-871B-49D9-A7D0-1C6CA665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E84987CF-A26C-4DAE-8F27-A6A1933E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129C156A-A869-4D91-98A4-B7F07E09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AB9FE35E-6890-4CC1-9129-B1DE4D8D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027BAB33-2632-4B01-8B12-5AFAB1A5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1C97B1EF-D541-4189-A4AD-747EB85F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C5BD61C9-EE65-408F-BB0F-3C713180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8EE6B902-6C3C-43B5-A48E-6579C8FC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AA8D0977-0E41-48AA-B39E-DA2B1023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6E468414-7C64-4589-B8A5-3146291E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D6359A67-9334-4CEB-B313-19B8B0ED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13BA0F50-28B0-426D-9729-1929F281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5064B414-9B35-44DB-BE56-EC6B21CA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207104CD-DC5F-408E-8ADF-C9A78293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9B666ED8-236F-4B25-8EF6-92FD0E4A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ED223F78-BBA7-4840-9347-281E4364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E88F7621-1E53-42E0-BDB4-99A8C3DE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A8E29184-C624-4D71-A913-6A57DA75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FFA58C5F-D411-40BC-926D-B5675867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0529B39E-52E5-44A1-8ADE-8C946318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980635BD-F4DF-48F9-89AB-ED3D8449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2D896417-BE98-4698-8A2E-F3D697C3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94C08F4A-6DDD-48F3-B990-2FB75435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C7ECB853-21D2-4697-AB16-C87076F5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9973F407-4D48-4446-B843-1A568870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0D185DE4-6BCF-49DB-A07D-A0DA0BB7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138504F5-73F6-4B5C-98EA-82A79E22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7C0C8D71-FBBC-4F89-96C6-E1046804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230AA623-EDE9-4242-9378-11ED36A8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24AEF449-C2DA-453E-BA31-9AD3A736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0E78C590-0A43-4045-9C17-A78E140C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F4D96128-4582-4083-9562-670C0E93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5E37F4D0-0332-4322-A845-739EF169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10C38818-4C1F-4B9E-99E2-BCD2EEE5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C722F9C8-8A1F-42AB-9D05-0BBE3D83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20EC95B3-E42D-46FD-A821-A36DEF81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9A346685-EC1E-4BD3-A959-436EE09F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898FF08D-0F6E-4943-86DE-03E4052E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4933D474-17CF-4D24-9DF8-C605104A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03298DDA-6541-413F-B06D-E44CF8E0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6012A17B-B8AC-44EE-B1B8-75EF7BE1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FB1E366B-E6ED-44EE-9AD2-8DD04423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E4AF011D-EEC8-4CBA-9DAE-7F1B178A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C43B8435-AEB8-4257-A006-CD0421FB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18D638CE-80E6-4DC0-BE9F-9B2FD741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93926980-E178-405B-9E0E-0F0A970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F2D9ECB5-64CD-48A2-9D16-D2026F8D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4E635E41-41F8-4477-A8F1-DB16318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CD17AC14-6B1C-443C-AB51-0D736999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6F124D10-1598-48AC-AE50-904FFBE4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5E602CC6-F90B-4DAD-BD29-A97895FF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FB5DDB29-BFD5-4598-8AAD-0AA9C650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04CEAA0C-2927-479C-AE91-913D9FEC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EA551338-A46F-4FF4-BC2D-1DC09D50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0B25D94E-4BA2-472D-A361-97FAEEC5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53E5407E-7365-405C-8A17-46AC00BA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F7BF3D1A-1DBB-4B5B-96DD-82785D40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4442A446-426B-485D-BA65-DBB5C709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C5BCCD82-B82C-4EFC-9B30-87AE7941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80C2E077-7F92-4616-8C98-BC398F8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0031B9BC-4550-4854-B611-991A88AB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F82BEB05-DDFB-4280-A845-032DEF85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CDE65C70-A6E1-4D41-8D78-FE81AA0C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5E128565-5E5C-495B-8C0A-E430786C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EF03BAA9-B25A-466D-B7A5-5652DAF1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454BF1BF-91DF-45A0-8FBB-06188EF0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8A3EA12C-371D-490F-A139-548BB6AC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1F42D6BE-A934-41AD-B22B-DD551892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2EF37C79-66A2-4327-8948-A167248D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81655FAC-36BA-446A-BAA7-2D088E22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16B71CF3-B2D4-4559-ACA9-AFD79D95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2FEB5A64-E699-4413-A34B-4BC1318A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3AC66F4F-224B-48B9-8DD7-86E3829B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D3A1CCC3-F8DE-4DDA-B6D2-02B1ED7A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5171103B-A4BC-4CD7-B2A0-D429BF3E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CE295665-235D-4C6C-B4CB-43962E39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12877976-F218-4CB3-B85F-92B5F64D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7DD6D9A0-7B73-42CF-9FAF-EE476C9D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40F7F2D5-EAFF-4B84-BE01-EF956C5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526C5324-48E9-40B4-832B-4FBD5ADE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EB0B6721-EE09-4B89-874E-3F75CFAA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BFB2679A-7D97-4A0A-8DF2-5F23E911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B0B0D33F-46F3-4090-AD2B-0548D629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7BC237CE-9A25-4BF7-8946-D8D33952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80B619E7-30A2-414B-948E-0832878D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47135C4C-7583-4826-9124-6D45EEBB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7C8BC5BE-1A7C-4005-A33D-6993A487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4760D8A5-577E-489A-984E-7D6606B6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0BB2687A-628B-41FC-A8AE-9BEAC401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CE5F0049-3992-4081-8B88-5A0CDD93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CD89F84F-B377-454E-8C9B-E696CA73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2F46D04F-2795-4401-BA78-938F72B3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376EE0A7-B730-40CD-937B-FCC1F401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106DD6C3-0BBD-4D8F-98A0-EF840538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1E0430A9-6BBD-4A5E-A0A8-2FB13D11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7CB79746-749A-49BC-ACED-06C1AF58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6D90C860-05FF-4930-84A5-22CB4EB9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FA6C4556-4F78-4C9A-B4B7-85DCE5A9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CFB2294A-FDA8-452E-9022-AB2BB3B2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74887368-7468-4FC7-A1AC-C38E5B08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495ADA0F-1B67-4200-97C8-21488E3A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0CBA978F-61C4-4CC1-B9F1-E7F5EB32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6EA59BB1-04E8-403E-B0B6-DF25F900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DDEC625A-B96E-4198-8514-41734DD6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1B2F644B-3466-4047-967F-5CD0A4BD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DDB17CC6-19DC-468C-966E-7C67D05F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B8AE9FBC-8411-4CC0-8E54-67C001A9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7D3A8DCE-22D3-4A95-BE22-833CB2EE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A1AA1343-A280-4BDC-9EF4-7E081D46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88B7926B-5573-4229-B985-048F9BDB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12929D71-880C-4B01-8A14-9816E002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8AC1F0E9-0AEF-4A4B-A74B-68FD16B2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C243F192-5664-4932-9762-5C6BE2A2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7075BD2E-E914-428C-8241-5A876F4A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2B09FCE2-7B31-48FF-9A48-D6594478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004B36B0-4FA4-419A-8A99-51FCA5F6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9EDB1B92-37EC-4A49-A669-9CE93A16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2EA5BCDF-0F5B-4A5F-8533-8AA263FF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8AACCF88-3198-4610-9A43-254E4D7A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F70161AA-1F4D-41C6-8C93-D638723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ABE14F94-AF19-446B-8D1C-DFD41C23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D5C0BFCB-BBED-4810-A7E3-7C24A45B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A6CD72F1-CD5C-4A76-B19B-555DF4E4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CC49B2D3-FC67-48B4-BEB9-D4FCBCE1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526AD478-AD8A-41A6-833C-C4BBF0BD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65F99275-A8AC-4377-9731-BDD04949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89EC1716-6908-4496-8803-697DDDC1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DC873289-9629-43A8-92F7-03EAC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87CF3D05-48FA-4993-9C65-1B805834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EDDCC55D-BDA8-4EDA-BA5F-55A06E5C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25E8390E-410E-4A64-8C03-FCA8CC07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D3B0CF68-77DD-45EB-8CD9-8A03DD79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0DCD85E8-604F-4BB8-B162-1E7C4B38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7CB19C2A-37D4-4D06-90D5-7D84AAF0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E0FC638D-6778-4A56-AE2B-3237EF98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78484C30-25C6-4906-931E-F52E5684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5BC29029-DCAD-4F14-817C-8CA409CE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BB8CE224-581F-4162-B817-04A8C603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C29B72E2-1502-45FE-AF79-875A9E88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7A18F775-3A01-410E-BC7A-D4162326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5397A29D-4FE7-4AF3-A89B-9383C918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1978399A-E7E5-428B-A094-DFC8F854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DCC9661B-A9E5-4994-9DCE-96EE9933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897B73E4-D84B-4039-B6AD-375B7742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396A35A5-B18A-43DF-AF1C-EC2A457F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C8A95FCC-8F4F-4A84-817E-53D15C28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CC2200DE-6D8A-4F80-8EF7-0485B3A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C2145400-3BCD-4281-B572-53E9A671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0BCCFEA3-6137-43CE-A6A0-C819BC25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F041C8B6-6C42-4B60-ACB8-1B6579EC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F2344152-6145-47D3-A782-BAD3A760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4CA270C2-DFE5-4FC3-8CAE-CE2162D0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D35FD175-DCFC-4810-992B-EF96DAF3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9B3440BF-CECA-4D8C-96DB-E939B125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495CD6DF-1E64-4F11-A38B-59DA5EDC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27529F56-C52D-4314-9CF1-0158E218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25C329C7-3CCB-493A-9E4B-0001D493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71F95CB4-C087-40CB-855E-3A630391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FBCC61DE-6E8F-4A65-A2E7-453C490E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A69131BB-ECD5-472A-AD12-3FD9A9C0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6BD123FA-E58B-44CB-86E9-2B10205A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3B6ECE34-A5A6-4F9D-A884-70257A77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6031238B-7397-4342-B874-FAF8E674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EA585D68-3CF5-4369-8FF4-095C1420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4EDD3FCF-8EF3-47D9-A0FA-39C81B9E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FB8C004A-71D9-4B3E-A13D-A95D39B5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00D62F15-4CD2-4637-B03F-E0FD5573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11A5DA38-174C-4FE9-B1BE-C63BCEE6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F3ACBFE5-C161-451B-9238-2CD66B6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001D589B-5A0C-49ED-BA86-598FCF2C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D82B831D-B44E-4476-B055-35E9040A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18BDEC0B-7176-4CE8-898B-603CE8CC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900F530D-8D71-486E-B91A-823D94DD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BBB1762E-B43B-4FC9-A682-DCCBA3EE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5010E0A0-309E-4B06-867D-97E319E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63AC1AC0-0FC7-4A1A-A108-2FEA78AD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3FA3BB46-2111-4BDA-B6F0-4E804933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8FA5904A-7C11-4013-A841-611D33BD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8B3D3926-BFB8-4911-BFF7-367445D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F1CD0CCE-234B-4B66-80D0-196D1447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10EA31AB-8ACD-4DB3-986B-5032833F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670E0274-DC3E-413A-92D8-269498C2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69B93640-B659-4CFD-A61E-F4EA7373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49F87F55-7FD3-4E3B-A93B-3EA93ADF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3041C553-5D9B-4842-9284-E13201B3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AE292DC0-D41C-45C3-972F-65DF5014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BDF06750-07C8-4795-B3F1-23C44709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0A48C297-CC2C-4D5E-8F11-FB9041A4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87B2932A-3BEE-47A4-82B3-D2254659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D6A743A9-FD79-4323-A6AF-CF222304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76902253-3E6F-44E6-AB3D-9EFA41D8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5FBC99CE-1AB1-46FD-88C0-0B80179C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75512425-956D-47CC-8EBE-0DE72893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7C354421-757C-4E4B-9A55-5CF8BC43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59733BC0-7DD1-4535-99E3-93BB8BB8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B4332E12-C50A-436C-8627-E2CCBCBC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6F387EB9-5F66-4A41-AB69-541EA2CD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CD7E6BAD-1F6F-495A-8DCC-DFF4ED26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35FA7066-0611-4558-9519-FE870956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2D653ACC-CB1C-4C1E-AA13-8AB9D56B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7E72049A-2FBB-4161-A0D4-847EECB3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D3969DB8-1CE0-4AB3-9BE8-8DD5042C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11D76A30-4218-49A2-BA00-B8A76480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C34F81A1-2330-49DA-BFBB-B9DDE016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22FB0643-1954-4284-9622-02588B78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ACBC6C09-250E-41F5-A0DA-AAE9FFBF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VALUE PROPOSITION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C14BD335-C95B-4FED-B4E9-C316CE46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從「找到答案」升級為「管理答案的生命週期」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99BB5994-E1B5-4BC3-94DF-CCDADED8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把文件治理、檢索與生成串成一條可追蹤的發布流程。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342CB631-4B0C-4532-99FC-0F2F6A04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85975"/>
            <a:ext cx="1657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63E64A69-C7C7-4104-B433-16F96898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657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D19F191E-60FA-445F-AFD3-26231C28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管理</a:t>
            </a:r>
          </a:p>
        </p:txBody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A79BC405-FD18-4D11-9A2E-A2F176EE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草稿與版本</a:t>
            </a:r>
          </a:p>
        </p:txBody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932001F4-0E62-46DE-909C-9EF52A4B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95550"/>
            <a:ext cx="276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66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D3AA9DA4-D4AD-4B9E-A803-B1912DC3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85975"/>
            <a:ext cx="1657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1E2F61BB-338B-43AA-AF4F-587B15DC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38350"/>
            <a:ext cx="1657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9FF3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4969A9CC-BEB7-4D22-9038-612CB77A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479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發布</a:t>
            </a:r>
          </a:p>
        </p:txBody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CC12902B-2621-4211-AE14-4EA96D04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241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唯一啟用版</a:t>
            </a:r>
          </a:p>
        </p:txBody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AD789D56-F11E-4C1A-BF95-04D7CF61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95550"/>
            <a:ext cx="276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66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840DF0EC-1529-411C-A98A-4E37726B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85975"/>
            <a:ext cx="1657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D3434880-0227-4C46-9F71-9DA83786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38350"/>
            <a:ext cx="1657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9C7D6B31-969C-4AF5-8B3A-9F8128AB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479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檢索</a:t>
            </a:r>
          </a:p>
        </p:txBody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D730EA82-2DBE-44C3-A36F-32D50101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混合搜尋</a:t>
            </a:r>
          </a:p>
        </p:txBody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0EFE1870-5FC9-44C7-8000-3D87F020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95550"/>
            <a:ext cx="276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66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2C77EAE8-DBBD-4237-9788-7C611014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85975"/>
            <a:ext cx="1657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0B27F168-A947-47D5-B703-77F56AA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1657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772E9387-E35B-4BD2-AD6E-8D97F4E3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回答</a:t>
            </a:r>
          </a:p>
        </p:txBody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8A6588AE-E4E9-4100-AEEA-2774A41D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來源與頁碼</a:t>
            </a:r>
          </a:p>
        </p:txBody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A6FD9832-A249-47EA-957D-18C1D604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9525"/>
            <a:ext cx="77533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825A067F-D7B2-4C06-A7E6-544801B9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77533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pic>
        <p:nvPicPr>
          <p:cNvPr id="10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9a24df9a349c5"/>
          <a:srcRect xmlns:a="http://schemas.openxmlformats.org/drawingml/2006/main" l="0" t="27436" r="0" b="274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3914775"/>
            <a:ext cx="7429500" cy="1885950"/>
          </a:xfrm>
          <a:prstGeom xmlns:a="http://schemas.openxmlformats.org/drawingml/2006/main" prst="rect">
            <a:avLst/>
          </a:prstGeom>
        </p:spPr>
      </p:pic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F0DA090A-352B-44FD-8F16-16A17192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105025"/>
            <a:ext cx="2895600" cy="39243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6973EEBE-EE14-4328-9133-06A6517C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38350"/>
            <a:ext cx="2895600" cy="39243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93996BEF-9253-4B6F-B805-2F85B46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241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9FF3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9FF3"/>
                </a:solidFill>
                <a:latin typeface="Aptos Mono"/>
                <a:ea typeface="Aptos Mono"/>
                <a:cs typeface="Aptos Mono"/>
              </a:rPr>
              <a:t>VALUE</a:t>
            </a:r>
          </a:p>
        </p:txBody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5B30C42C-D4D8-4B9E-B00C-344BA4D4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241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可治理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可追溯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可自行部署</a:t>
            </a:r>
          </a:p>
        </p:txBody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5D19C46D-95A3-479F-820A-1C6743B3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67225"/>
            <a:ext cx="2057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22C6AB80-2884-4286-B55B-6CE8D7D5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38650"/>
            <a:ext cx="2057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59C1B3C8-A2FC-4F16-BC27-7832469F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8627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SOURCE OF TRUTH</a:t>
            </a:r>
          </a:p>
        </p:txBody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3EF2D084-0989-4BC3-A732-BF7D5215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72050"/>
            <a:ext cx="2343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主資料與索引狀態分離，索引可重建，原始文件與稽核紀錄可保留。</a:t>
            </a:r>
          </a:p>
        </p:txBody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5ED312C5-C6D3-4172-B756-9F34D1CD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496A2E54-93D1-448F-A841-2161B011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A"/>
                </a:solidFill>
                <a:latin typeface="Aptos"/>
                <a:ea typeface="Aptos"/>
                <a:cs typeface="Aptos"/>
              </a:rPr>
              <a:t>SCU LAW RAG · 非官方學生開源專案</a:t>
            </a:r>
          </a:p>
        </p:txBody>
      </p:sp>
      <p:sp>
        <p:nvSp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34CA116F-90F8-48F5-BC4D-130C9CB1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13044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73B74-7F81-44A2-9963-6BF377A7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96E03-9785-4727-9CC6-334A123C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A4C06-BF3F-43FF-AFB1-E0FB5C7F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02AD1-46F8-4E50-AA01-C1BB6780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A131C-2085-468C-9D15-EB37B28C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EABA9-25EE-47B5-B0E0-E968661A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09FC0-6E51-48FB-943B-7F42954A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E40AE-71AD-4763-8154-B5E7AD44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FEC14-A8A0-407F-A48D-55753540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60B62-87ED-4CB3-AC4A-20C3EE73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ED9CA-631E-4A39-9AD2-BF598980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2D7BF-103D-46FA-A082-E2CB316A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942B2-BE74-4976-8635-32BBAD7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76383-0193-4BA4-B683-C959FAF1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456F2-5127-47E4-A95A-EAE541F5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85EF3-2279-43EA-9FCB-CF9EC216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90503-DB11-47FB-BDE9-1A5CAACD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20F2E-FAF3-4BEC-9E5A-CCBB08E4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167C3-FDE8-449D-89E4-30D2A29C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6AFA5-EA28-444E-932C-3B4693C2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A37E0-448B-43AA-8D31-1DB96B66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F0B26-4619-42F3-BE09-FA193856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FB7DE-6274-44CD-9D17-0FDDD1D7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6BEDD-7AA0-4660-ADEF-4A9C92C8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04B54-B49D-437A-88FA-FB8D8D32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AD3657-3229-4C77-B025-DBB74D49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922CCC-0935-4FCB-94D5-74D23D3E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6FAF8A-14B5-4537-A9BB-8180C689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9AB980-119A-43AC-A2ED-84A725C9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382B5E-811C-49F0-89D7-B3C68A28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6F7C05-5D28-4375-A89B-18C554FB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81B475-7057-44F6-AACD-6FC671FF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BF60DF-73AB-441A-82CD-52624FC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8708CD-54F7-4747-ADB7-3B0B3B09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F97AE2-7A2C-40DE-B1F1-4110BABB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2FF0F5-4385-4389-8154-C3D99F8E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2677D9-054B-4BF7-8198-8CA1F44C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D4FF4C-B05B-4CA7-8ADA-9C429CD8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AC2C2E-F116-4F64-B4DD-D3AA057C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4DC0C7-B6C0-4205-9038-4E4CF001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47F370-2D53-4424-AA51-4A9B6F61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810763-BACA-48CD-9066-FA486065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7F6B4E-DB71-4B6F-94E3-FD69CC35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8F32F3-BD8C-4A55-8D7B-132F0F79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BFEF93-9206-4709-9A0F-8B06F544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1C6BE5-140A-41D9-B8DD-2B03FB03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4257D3-7A90-4CAE-BD08-657D0344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43B91C-10CC-431F-BF08-854E4917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74DCFF-307E-4ACD-9428-EDC97877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E1CFAE-2A0C-4810-BDB0-2CC0B473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25349A-14C3-4BCD-8084-558E25D7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4DBC57-C192-48F4-8368-2BF0A3BF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8C6E1D-2C2F-492B-B7D7-A9CCEB6E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87CAFC-34BB-45E4-BD4F-843A2454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1C841A-7C84-4287-8340-DFA5F542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22462E-5302-4D78-B34C-99F83B01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B28835-5BED-4A7D-9280-7BD68388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335420-65AE-45D4-B05B-5D748637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B976E4-47E4-4051-B326-3B2E94F4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3EF277-30A2-4B58-88B2-F7A1DC93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AF550F-906F-41B3-A560-CB0A6B86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2B101D-55D1-40A3-B986-B156ED51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2E39E5-BDE8-45D4-B7EE-360D4A2B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F2713CF-E398-4FEE-AE35-0A1F5D4F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218731-A975-453B-B98D-B5258F90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A4130B-E47D-4566-86CA-4D1AD9CF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E528CB-8728-4F67-918D-83A52EBA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9241816-36AB-4DDC-A3DF-03C26A2C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208F63-8631-431D-A99A-E5114CEB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71ECC10-CC25-4BB7-B09E-984D2087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07CCD0-CD7F-4183-BC9D-1958D221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CBD9E0-FEA8-4DE2-AE19-2704F752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8F081D-5482-47F6-A023-B0896804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1F4FC12-E29B-4880-84DE-D4FBEC9A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5104A71-3BFE-486D-8470-EB22FA3B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4087094-0BAF-426A-93F8-FBD097F0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8C4EEB2-2E10-4F91-8DA9-5457FBCA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65AF441-4838-4A41-90AB-5E382474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A9F2B0-AEE4-4B93-B5C8-BDE083FD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BA5F54E-E051-4165-9881-AB372BD0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82059BF-E896-404B-8446-74EDCBB6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F14CAFF-738B-4999-9B67-602C2D4D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6676A21-F2BD-4891-B1FC-87FB8720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CC9F0AC-D9F4-4876-AD7F-065B62C8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8B58197-3E35-43A3-88FB-CC1A9FBA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064A2EA-FDCC-4A17-A75F-FD1DAC02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169CCC3-2E21-44B5-8697-3EE541E3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229788A-BFEF-464C-9AEB-B89FCD8B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118FDE2-56F4-414D-9ACC-995660E2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5F0E4C2-5FD9-4BF9-BAA8-57A52448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019672A-CB43-411D-9DEE-02453AE4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AA4FB54-0DDE-49D2-848F-3BFFAC9F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11C3A64-180F-4898-B702-D385BD04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E4C8EBF-2C91-4A88-94CD-F869BFA6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278E29A-DE66-4CAD-9E15-8BD593F3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F987CD9-CFFC-4AEB-96D8-BDB0BE06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303DF1C-40C6-446E-AEAD-A8CF3BB9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6600AD5-1760-4903-89A6-31FE3EC6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3D838B5-9285-489F-B9C0-999B307E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8105FBE-DB08-4B75-990F-6112B031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0274376-8723-4839-AA20-12EE76E8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913DFF4-DA8B-4B87-98F4-619B3517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64E0E23-A1C9-47C8-B2A7-F97C849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56FD129-12E1-410D-89AF-D799670E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708AC02-98EB-462C-92F4-D1BB5EAD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6233E2F-A697-4860-8DCB-61F68872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AF62D32-8879-4A85-B049-35F003EC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31EE352-A85E-470F-91CB-21FC8B12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A7A0F1E-DEA2-4201-BE93-1453034C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E0C246A-F113-4916-952A-ABD6D6CF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A4F29DD-2072-42C7-ABF5-D5A2073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33A3FFF-BA58-4DC8-9BC9-CEC77561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B0B6E5C-5431-448B-9F1C-9691DA4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5B0EEF-6B90-4641-BE36-087DDBB0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DB54C86-4047-420C-85F5-5263DF0B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83B5613-6350-442E-9BC8-DB2FB5CA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1A4EDD9-38AD-4DEA-A830-61F76DB1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A66DDD5-87E7-42C9-A511-21C965E2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3704551-9BC2-4227-9C61-703918AE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A0F7877-1B0F-4E3E-A424-80DC8428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FEA38DE-F99A-425E-A43C-2174339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E716790-F70E-478D-A6B8-AA7B62C9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2E7012A-F04B-4C0F-846D-E6D7CBA3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BF6853B-8C09-4440-965F-8FD57882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23C5257-0216-48C1-B4B6-89F4A464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B50585A-61CC-42E0-A198-FD1AA0CA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40852BE-D197-47CF-B7FD-B2F2C36E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6C3756F-F31A-4254-88E0-BDB4A47B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68FC2EA-DA44-4714-BFCC-295093F7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70602B-94D1-41F6-98DA-452514C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BA2445E-FCAF-4F06-83FF-DE3C93E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0B204C1-7329-4011-B157-9D72F5D7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7B72D05-EB01-4733-8A6F-DECE701C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C65BCE6-9C5A-471C-9AAB-BA01B407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85F1A57-1A54-4F60-8D9E-5B911980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C87DB3A-39E1-4900-B7CF-DAD8D8BA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ECD31E7-C852-4E11-BB3D-20EAA784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5CFB50E-3A98-4D2E-ADEA-CD93FF1A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AA7F05B-1035-45D6-8097-5841455E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E0A7FFC-4335-4C66-8E00-51B1A73D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78D23FE-C5CF-4BAD-9762-0A3367C5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4A20DD2-B4C0-495D-8694-E80ED91E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412EC1F-8DD1-4F04-8CD2-A4AF8862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AD16803-9352-4F36-8C95-4AFF32EE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2C72FAC-D612-4BE0-8898-B0F62ED3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BDE7823-769F-4CDF-B395-DBF09980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A5B2AE2-19D8-4717-AFB6-0BBDF30D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8202F45-A2B6-4669-B98A-E3235F3B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F9D8FB6-C02E-41FC-81A0-0FF3CA7B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F247D2E-2ADF-4265-BA61-A7C00BC6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6484D0F-9E3B-4893-AC94-A01877F8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C46B59F-CA64-4B43-BC5B-D3627333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DD54971-4083-4D7D-B751-CB9AE6A5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86F1F2A-F921-4F3F-B063-B6DE2CF7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7B17C29-1CCF-4E0D-B785-3342C0A0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1C1D5C1-1816-4865-BD0B-E5357739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E342F08-6D99-4A7A-A5F3-EA3C8484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87E7F3D-A1C5-4313-894F-18D6AC5C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C8861CC-046B-484A-86B2-F58028C2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42CB28F-625C-445C-83E7-A1266EFA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53BCFDE-DE3F-4F9C-AFAA-E77B9C91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3F9115B-1717-488B-BFD5-86C32560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1D92B24-41E8-4A35-9B89-DF1F872B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533781E-EC33-4A40-A26D-8F416E22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90C1AFA-7827-41CB-8CC3-67C201F6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4C713B0-831B-42B0-96B5-024E3213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DF431DA-97D7-417C-93C9-38F06D31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FA9119E-3A54-4F1A-B838-F8C39254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798266C-22C1-4965-AB7A-7AEC7C92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ABBCD8E-5321-443D-B6F8-622B150A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60B3130-C0BF-4CB1-BBFC-5265A59C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4D20DAE-58C3-4F72-898B-B5FEE047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79D74F1-9B74-4C89-94D6-F6D0908F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7AAE249-C429-47FD-A851-451F59D1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5FF5E15-C678-4E24-AEA6-672B287D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ACD3A4A-6B35-42B1-8A98-A16FE707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1FFBE19-9839-4FB3-8898-C77089AD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8791782-B537-46DA-824F-01A961FE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9C2F177-12A3-4812-BAAF-54593225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9DC35E3-C73C-4FC7-999E-00026B02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26303C2-2013-4A93-9463-EA999259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F18C0BC4-6EA6-4312-99A5-B797E750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457DC8D-D101-4C5C-934D-E0514500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83F82A5-5782-45E8-B840-916A12C8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F602866-3E5D-49D2-B693-76D047E0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17E9D0F-A363-4EF1-8563-C7807738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77CA297-4C2A-4F02-8642-C74A643C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A658873-386F-408F-90FC-EE445465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8DF1E2A-1F65-499C-9ECA-FB012DBC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F8FB3521-7951-41C6-AA23-7007196A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82E1DD0-A6A0-47E5-B9E0-F94A9096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F1F7224-81C3-4CBC-B3E2-7274F454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103FA45-11A5-4A73-8570-D9349362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3E9DCA2-E0F4-4755-A7E2-593883E3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2931865-A129-43D2-8571-17E65D19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713778D-7A79-4D57-8FE4-87222C0F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DC37FA48-5FEE-4CE1-B7AF-44A11EEF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554A8AC-8BC2-4CD2-9067-19DA26B2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B080251-E6B7-4C52-92E8-A611734B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DCC4C93-4639-493D-B29B-0F174AF4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2254518-BD79-4C85-9CB3-9CD5B7B8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CECBA16-E1C1-4E4B-B349-876C2DFA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6A2CC6B4-7E9D-4301-B9A1-2448B5B9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B8B13CD-DAB5-4CC8-947B-F1C15C58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7D0005A-8F06-4424-8C92-FE4E698C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7A40D60-9C50-456F-BB0C-1D623773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49754998-74F7-4BD1-A3C1-76A2DE15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6A252DF-D1EF-465F-BCB2-3AE19AB2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53E7A0A-1B75-40E1-82C5-F778FD44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DE3925C-6BAD-4DF0-8E18-BC914E20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BE1E19BF-5FD7-44C6-934B-0D3181CD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82031A3-9206-4F53-8635-822BA641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96D0C4E-7B89-4D23-87BC-71D800A4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F2B985F-B630-4144-9BAC-A933D6F8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B258EB4-C519-47FC-8E80-D7ED6F41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5A3A3FA-C9CF-44E5-B944-0481A867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1746FB3-AB3B-47C5-9470-F65C95F5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1A9FC49-8B99-4363-93C7-9555338A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5663F2A-7ECF-442F-AB8C-9F6CE46D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834D311-64B0-4EFA-B38D-FA068C7A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CEFCD339-EC46-4191-9C31-8F201989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D65FC1E5-C6D2-42FB-8808-163D6238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9C83805-4074-49AD-A901-E1F3D636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6B04543-37A9-4BCB-B74B-7C13D910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4DC6B84-D0F2-4DEF-9C49-36234245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8C7C435F-F321-46DE-8BCC-E0066CF2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A829C1B9-A1D3-4B3F-BD07-6EFE27FF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247046B-53D3-4604-8204-4585F5EC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6ECEEC0-74EA-48EE-A8AD-25DB4523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03042E7-59AF-4D0E-834F-58CF090F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D9D36AE-391B-47F1-B8FE-5427D93C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58EBE8D-DE2A-4788-B407-067BF4FB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02B47E5-BCCD-450B-8E22-A52D1EE4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1746366-0CCC-4118-9F4A-FAE53431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88738D8-6ECA-4D93-BAD3-6335FBE7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C60B16A-388B-473B-B21A-C7058407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5E30003-43F9-49A4-B55F-33684B64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055A0DA-DA13-427F-81DF-57C1B56B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F59608E-1AF0-41A0-82CC-F26488C8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085D80F-27F2-459E-831A-8B111DCA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994E883D-2898-47D1-B54E-A5892B8F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A77ACD5-6194-438C-B050-89E52CD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2077E42-2A09-4411-B598-578B3F82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CE8000A-3877-4F5B-9677-21D99143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9244C37-B8B0-4B41-8C7D-E4A7C64C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73E39E63-AEEC-43C0-8818-B05DE300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E0879D7F-AE81-43C2-97A8-99D997CD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DDACC90-6A34-4874-BF57-C8D80323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5C503190-C1B0-4ABE-943F-9BAE55C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F488025-D797-4D9E-B7B8-4960061F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71062C81-BE2A-4549-8D29-7231E6A3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3AFD5E23-6BB6-4516-8808-7EB6F3E4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1241AC5-B884-48CE-9460-E4266BE9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983C49A4-715A-4F4A-8939-3107533C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36DCEB96-B7DA-45AA-BFFC-17D512DF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830F5DC-FB1F-4BD3-87AA-1A4B719B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119100D8-E72B-4E7F-BF55-184A9CC9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2E93F589-70DC-4F86-BE66-2C0E4118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95F6FC3-F524-4750-8C62-743B169C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DCD0DFA-F811-4FF6-8931-030ADCBA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64762D9-177A-45CE-B420-4EFA34B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2DA68CD5-1F6E-48F6-B423-81D1F8A8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12AEC5D-A011-41F2-A34E-AF0540AF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55BFA61-4D80-4371-B105-901E4A3B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65C6B87F-8283-4BBA-A2FC-F804C0D6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9EDE990-3EB2-46B1-8342-175ABA60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F1B6E9FC-61EE-4F2F-9EC3-94E7FF61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15B5595-5A18-4D47-B6F2-EAC0FA46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F668C77-0696-45ED-B73E-FFD18212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B125652-F7C0-41CD-93E5-2F1A4EB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A5D9E47-060D-47CB-B9E4-DD1F2087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E485C9E-B109-4014-9F28-B8219EB7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A4C10C5-50C1-4D5F-B23F-9417D33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0E34590A-48ED-4C4D-B905-B04698DB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7BB67676-4001-4769-9ED7-F7010989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B415188D-C045-47D3-9DBE-FBF9DE10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030CEAE-9434-4CB6-805E-70DD1D32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19C59BEB-9301-46F4-9367-AD0D1F24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0725EF95-587F-47D0-BDF4-96272650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E2D4EE8A-3C68-4942-9F71-D8AF5070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0F82800E-400A-4E60-AFED-538CD09F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5ACACE69-83F1-41BE-98CF-B92DF99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C974660-BC41-4E13-BF4B-493EB05D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6E342B53-E59F-4ACE-B299-372E8F94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7001BCDA-9C1E-40AA-B2F0-0CF6676B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64C2B77-06E0-4466-96CA-60DDAE0B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8C070125-E3B6-49B1-BEFC-A55F5BBD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D32E6865-8E0D-4171-80D2-DFE5B53F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2211B1A4-66CC-404C-81FA-8460DF2A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9D5D170B-B9AF-4941-A5F4-ED5DF545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83F2A3A-AAEE-435A-98DF-BA5604CB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0781A14B-4552-4092-B110-2136BFA8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C103CF33-50D6-4344-A341-94B4D6F2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7E45463E-FA50-4132-BFCE-282F4BAE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8ABDE1A-D2B0-476E-A8C9-C40D0CED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C3C7F028-98EE-483D-AFCE-3F5DCA40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F2CFEDFC-1AD9-475E-803A-F04ADA1F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32ACF2C-995C-461E-9CA8-AF74F6F1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A6D860A4-E488-4708-A678-83DDA866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7F2F5C50-846B-4437-8BC8-887E6E36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BEB3CBE5-2848-4ED0-BB63-46EE266F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A9E280F7-8549-469F-B063-5A54B4C9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2B5F58DE-2C4B-4585-BA20-1635012B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A29C9D67-3BA1-4024-84B6-965731A4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78C82E8-CA38-457B-B013-A8B2349A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323B576A-BA97-435E-93DE-CE8392B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F93AF52-7263-4D46-9F6F-05B9B615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7FC0B360-0306-4DCA-A1BB-21ED614D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51163191-4AA6-49B2-880F-EDC2C607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2CD85910-7C51-4BB2-BCD3-8817586E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991305A-FD96-4D79-A1DA-B64A4638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6F59F5D-CCB5-4E96-9D88-780BD2D4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0829C8A-0D0D-467B-A31F-A16F25DD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BF3D473F-78B0-4E46-8268-8D79C7BD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C30DFC19-4581-4E3E-ADD8-96463924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C18E9E76-B101-45D7-8B2B-19170EEA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02BA21C-95EC-4BAA-B2A5-392C72AD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3371B2C7-69BA-417A-8CC1-D566201D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C05672BB-DB36-43E5-8C1C-4B568DDB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1900FBE0-3227-4732-B405-B32D81B1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40621A44-9245-408E-B09F-17C2859A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F77C0F8B-3159-4F1B-A8D2-7CD83B6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223C2BB1-9D67-4743-B4D4-14D5D99D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9BB13858-B405-4D96-99E0-682B62BE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BF23EC2A-47FD-40BB-B9E7-4DD2DF18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65BAC34-A2CA-4990-AB0A-1B6744BD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9E5E08F8-629F-42D7-9E8B-DF50C6E2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918535D0-1309-48B8-A211-2090C03A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2B892B54-AF97-448D-A480-B9AE0081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89E7685D-30FA-4438-A9D6-C0B078BB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7BE276BF-19BF-4E79-808E-33AB50E1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688BAE43-B66B-44D2-8950-A1F9DE67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FA43BB03-B0C0-4D33-9981-7DC7A78E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67AA9CA6-AF16-4C7E-90D9-0D525390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D1C0640-66C7-4227-921A-2A52202E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8CB22DBF-353A-4618-9606-E062C628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6392840C-A96B-4109-AD11-06171B7D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1603AAF9-E044-4A1A-9C13-82C24AE4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87901789-F20C-47EC-99D2-086900AE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05630028-291C-47A9-A3CD-B36D2A51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DAFE680F-DB29-4D88-AE61-42306309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DF70EA8F-93C9-4122-B12B-2379CC37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F73F51A8-0F88-42E7-8FFB-AAF7AA0D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05776A16-DCB3-4A13-856A-3E3A4FC2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C0369585-8BE6-485F-96A0-1F5AAEBA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45A8808F-5410-47FC-AB15-76D58AD5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A826F56B-4324-4FC9-BB68-399DEAD1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4137AF0F-7990-437E-8D1B-68413F11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CCF70E61-474B-4382-BE2F-748416BD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098C602B-C2F1-4846-8D0F-D855891B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AAE951E3-CFEF-48F3-AA69-F774D737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1A3FD672-C250-4BCB-B514-A1AD80BD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F6C8CEE2-776E-47AD-A83A-4F265474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5619FE09-4A92-41EA-8179-B7F84A49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C1E4E855-5457-4D44-803E-3EA20044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59D7533-BAE9-4BBC-B7FA-2A0867D5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5552E95B-EB5C-4E76-8E73-198CF731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666AE41E-E7F3-45B3-A8EE-CAD96882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CEA29940-B9C5-4E80-926C-08C16EBC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B59280CE-6C6C-43BC-9991-F0892DDE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6B8AA4AC-AB4A-4997-AE68-7746ED03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449F24A-81D9-416A-A2EA-C465D940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4B65CCBB-CFAA-480C-9153-9552CC4E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C899755-E432-48F6-BFFB-399AB8AB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7DD6CA40-40F1-4F26-AC3A-FC625FC9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DF4BC317-2F92-48FF-9935-00E2F036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99DAB9C4-59CA-4C21-9EFB-83934477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51F72B25-33DA-42B5-BF84-636D5BB6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787EBF4-11D6-4989-866A-DE868574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37B4BAC6-0FE1-464B-AA24-7F7D095D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47F992D6-CD48-4AE5-BB9B-EBCFEEEF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3AADC7B3-316A-44F9-9DAF-722E159C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908C73D1-A130-41EE-B08C-15BD9E6C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867053C4-8514-4BEE-A7F7-5B37CE8D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8D3AED37-8569-4A4A-AC49-DF5FC685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67B8D573-30D4-43A1-8526-12EDE8F7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2E362DE8-4889-479B-98B7-45AAF23E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3FF51F09-A346-4CF0-9477-FBFEA0B6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6B0C88D1-B7D2-4BF0-9F14-D3152292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B19E8B90-8E57-4F81-AC0C-53AB09CC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D5BCE77F-9D94-4173-96F2-1C8A8F81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ADE5577A-609D-4B6A-B5BA-655323A0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82F6A5BD-73AD-4F76-BCDC-C95BB0B3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4DB35F9C-8A99-4CB8-BE8D-7A99E853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7828F90C-0F06-4418-9D22-C2D12F75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258BBFC4-52F7-45A5-B5C8-F0A866A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699F9589-CB00-4FD5-AE9A-6D71F56A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AA440364-2210-4738-85F4-C8CA8883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F4631377-69B7-4295-A1A5-EAF71BB0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47327415-0692-4156-B3D2-E61B5201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91F8ECF7-6B96-4852-BF65-73E746B7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973B8E34-CDF4-45C0-B0FD-050792F8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BC2FB7F4-4CE7-4FF9-9B8D-D1B67F33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8F2EAD4D-B911-49BA-BCC6-72746F76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0402A6CD-3AFB-496E-ACC8-A92E8A07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854ECB6B-63E2-45B5-BECC-ABCAB3B0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D1B89D05-A664-478E-9D9E-6CA14BD3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AD482D64-9453-43C3-8CD6-1BFC5E35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05950C65-8818-444B-B8B6-8BF54150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67E4A334-227E-4244-B56E-44CAB5FE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E1949F84-2F5A-4F77-9FAA-53BEFA4A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6A721B8D-E02C-474C-B050-9B9376F2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96A344CA-8D08-449E-BD56-243E63F4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771ED9C7-7E18-4F47-9A6C-C3232142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E310CACC-31F1-4EEB-8A3F-36761239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23EE541D-1B9C-4253-8A46-789F26F0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CA69BCD0-46E0-4713-B9D0-5B76A78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7CD9B20A-7DA2-4031-B20D-4B8CE41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1CC2AC37-A1B8-4028-B54C-68A36A70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704D2F0F-0B57-4499-A5DD-3D4817EE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6ADF51C1-5BB3-49DB-AB0C-FB276AA1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79FF372B-4B61-4861-B94D-9A0BED6F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F376EF82-6E48-4884-808C-0DA81704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9FFFAE6E-DBAF-4633-AF06-3DDAE3C8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30AF219F-B175-45FD-87D7-CD841658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33F876AF-4041-4F71-983B-BCF470AD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ED8ED169-910E-48E6-80DD-34A0ADC9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E771E358-0767-4346-ABE5-02C1E646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0CD7B8FA-8AF2-4B70-BDBF-1E0A2AE6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C20F2076-8A48-4AD7-BEE8-93948F68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FBD0322B-C5CE-4E5C-B48C-5E50D147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79CC3C5D-01E2-46B0-8504-A6BE69A8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1F2B3682-DAAC-4D5D-B911-3F47BEE6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DC849E22-C84A-496C-8329-C8422224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8C09BC4-3F30-4D2B-9550-5E36790B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2BCA3EDE-4331-4484-9A19-DFB7A021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5D896E1A-6008-45FE-8E20-E7698469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EE7A1C99-709D-4E8F-A242-627C4721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E7707ACB-B37F-47CA-BD96-62BBB328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482D9A79-540A-40F7-926E-B07D4413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BDA2D098-E714-4E96-B402-7AFE569A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FC7B969B-8040-4F56-8CB0-5603465E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56CB6F5E-EEC7-49F6-841B-811725A3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52EB268D-B5F9-420C-918A-340DCCD2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E9E5480F-CFD4-46A9-B708-8BD040FC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409872FC-C10E-48BE-AF24-F100AC11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31764DD2-E16F-4BC9-BB75-43647C3A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D3D6243C-DD47-4F72-9E7F-9AA73E4A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8E0E5023-F39F-4B01-8FCC-B8F8A5C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81BADB0B-1E05-4FAA-801E-3F1A06FB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ED97E139-FCD3-4DFA-AA4D-21261248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5CA03844-D2F9-425C-979B-65C11669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D1BD644F-1B52-4531-9191-865538EB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7A015718-2339-4E0F-B5FE-17F3EDCE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C3BAACAD-8D5F-4CD3-98B5-C9ACB2BE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96D336D4-9585-43E6-AFDB-96FE6461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3756A335-FF31-44FB-B052-F5A35BEB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A7171E15-623C-4E22-A74E-C156A72B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85B1C7C8-6666-4F47-9DDD-48D94048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B151BDAA-1759-45B2-BD0A-303CE3B4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F36AA53E-E671-4DE7-AE4B-8E72D0BF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28DA700F-1002-4226-9301-87E36DD7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148E9C7D-2A16-4AF7-B971-14E17483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B12A0897-608F-4EAD-BD8A-CCAD58F5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F2396239-5EBB-4684-9E5F-C6885603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1018773D-E905-4F4E-9826-80009E27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4411C5A4-E8EF-4EEE-8D78-E3CB9E18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C82C8474-14C6-4F4D-BA14-F1B61AF6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E89D3910-7F00-4D93-89CA-8DC27BB7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2BECA3B1-9D8F-431D-933F-21B5B0A1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5F1DAAEE-DB1C-466B-926A-DB657A46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482C18A4-412A-4BC2-9A9D-594B68AC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1552809A-0D08-4C9D-AA3F-7508B899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22AAD000-8ED7-4EBB-9284-622B34BE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9F48EED9-A5C5-4337-BD31-E1BD739D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C0ACB687-98EE-42DA-A113-E5430209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AAD6F6D2-AA4B-4F25-B747-82E9E2B1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C4FCA7C8-6A51-4CF2-9919-6038D757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B9680C7F-C142-4AEB-A516-3B7C0FB1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8062461B-83CE-44F6-B6F7-8A69E8D1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0D2610D1-60A5-4729-BABE-2F7677F7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671A07F6-E098-441C-9FFA-C1903838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761F5A19-FB1A-4E54-AC08-2FB012A4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47A299C2-D065-49EA-B5AA-062DBAEA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14713EF1-0504-455F-B82C-F3FA5727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85BBE341-B120-4C5C-AB81-BDCE6AD1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D6D15470-B3BD-401F-A46F-A3FA1BBA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4DDD5F6A-EB0D-4516-BFCC-8F55E6C3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CCA805FA-01D4-4D7B-9A6E-1DA8E11A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C67E58DA-D6ED-4C3C-887D-B22A9244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BA94451B-50D3-4F0E-976C-D03EF912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1B6A499B-1843-4F95-8360-633FA957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BA812B8B-22C6-495D-B72B-1E8A4DB2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C3AE645A-09A9-4BC7-981D-918BFB29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AA178F1B-02DE-43FA-B227-26AC2FA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8ADFA2BB-397B-4495-93E1-E4688479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3F15E246-63D2-4229-92D8-EF2C3356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FB4388AA-B9B8-4B6A-83F1-0BBAC6FD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A250CA74-0624-4B66-92FC-BDC843C9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812DEF11-735A-4980-A0D1-45DD1084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535E56AA-6EB6-4A54-BF15-280EE205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11354634-0D31-4E20-832F-D46483BF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8E670BD0-8975-4F28-BC75-1EA939E9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69F74E8B-2FDA-4BA2-BF44-250DA872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72DA44D7-DBA5-4E71-96A5-9FD001B0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59E505ED-A93E-4F39-AAC7-53966DB8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2FB65CF0-9786-43D7-9048-D264ABD7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BD1F9174-529E-4B47-9BC3-950E53CA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72CA12F1-DA4B-4C7B-930D-405ADBF1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36707209-1248-43A2-9380-BC47B3AA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02CFA716-1181-4646-A8DC-9D1560E6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BFE75878-DDA3-43D5-9CC3-9FD04707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26DECFA5-7D3E-48B0-9F55-EEC0BAEF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778DBC2E-AB90-4973-A77A-9E283C48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5FB6AD59-FD14-4795-A695-4B3B0EF1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8FA05D8B-D343-4905-9527-A077C05A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23B9177C-A043-48D8-8E44-EF56DE99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1A9557D3-9D95-46E1-9D7A-0B1BFE49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7865413E-B564-495C-A2D2-20DF3246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343E8B1C-D489-4B7F-BA35-9D518783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3594F220-9048-411A-AFD1-A1DA71BB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132D642F-A745-453F-AEBD-9A953DB9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89DBB556-428E-42CB-A2E9-784D47D3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3C6C84F3-A0BB-41C1-A30E-9B759A6F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986BBCD8-2702-465D-9005-90EB416F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358CDC9E-8DA0-49EB-8547-67F02605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52CBF50A-D2D9-4F87-AD21-B9C62A35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927531F8-ACD4-48EF-97C7-E488D14E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93D88330-81D7-4CC9-A822-DE3A0AAD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FCF29E33-2AF2-4904-9B70-36DC7F8C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EA5F83DA-C8AF-42D3-97BB-73A422B3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5C77EB00-6E47-418E-8C55-7DFD454E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2AE1FAB8-618A-41B8-801B-E3D12EBB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59E5D602-6B1A-4512-81AB-4E7584B7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2635D2BA-043E-4323-93D4-3C3FC1D6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80EC167C-8E4E-4066-B17B-A21E869D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7032E49B-05D5-4D8A-96D2-DD3D309D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DFCCA237-04BA-48E7-BCBC-8F393628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F25C3CA4-38A9-4B2D-B936-F682454F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03533458-395A-4534-9016-B284D8D4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CFC4FF8A-A5DA-4A45-8F2E-A9EDF0C8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7AD4539B-6133-49BF-BEBE-F221D12B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081B9590-9D6E-4B05-BEA8-EF54115F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B952DCE-B50F-4C7C-8FED-DACC44BD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35D7720-EB02-4345-800D-48D19850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129D32F-6A0E-4926-95BA-BF86746C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ACEE1E1-0305-4F9F-8536-25D35697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A3BD256-69C4-4BF5-B4EA-30A78AB0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C78A2E9-6350-463F-9EA1-9277E97E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B83F423-3114-44E2-A9D4-661768A9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8B7370D-DD9C-4248-97EB-BDB3D1FF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69F8835-9469-4E62-9EDF-E3FA10C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040EF67-43AC-4D90-94BF-857CB858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F2CC2EB-E015-4748-809B-98AA9B03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4E0C84E-4FFE-4F26-9757-451928D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825BD45-509D-4062-B1B4-CAA6F3B9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819AEF2-AA19-4046-8E99-BD85F7C3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A41FB69C-6981-4B95-AF2A-4C6407FB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0AD60530-03D5-4C3F-9EF1-67102562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95A9C41-1E05-420D-AA86-6EBF2E35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C1F97FA7-FD6C-4FB7-9D1F-470C085B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C6C91B9-7970-4F5B-B4FD-CF40E511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87A2100-3E43-429C-92B7-DC8FF2D9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B490D0AE-CB64-41AD-B770-67064758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F9FC312-663E-4711-AF2A-8544C5DB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42626BA2-BE62-46DA-B0BE-765C66E0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5DAF0327-6777-4114-845A-8269E304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28C2A3FA-F484-408F-AB98-0E0554C0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34675D54-893E-41B0-957B-8EAD4FBA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7634007F-3797-4DD9-8AAE-D7B093E1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DBE3E4E1-4FCE-4AE6-8F3B-ECCF0334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6D1B4564-6EED-4F6D-B07A-DA68B4AB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2554E82A-CCA6-474B-98DC-42C259C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D1AEAD02-1FAF-4F66-BA03-317D1905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DF30C401-C35B-476E-B416-D8AF9214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0C947D51-D09A-4846-BD9F-0AEE676D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7EE76788-E9B7-4197-BEBF-C83AFE63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3C4958DA-C334-41DB-B5B4-C1D43A5C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82F1E54C-0B83-42AB-A9BB-CC1FE74B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664E1823-D29B-443A-B284-803FECAF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A0CD702D-2CAD-40A8-AEA3-A48FC30F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57C54FF-BBC5-4968-9AFE-7448903C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99A17A07-E45E-45D9-8111-EB9EC805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5141AF7-69F0-4BF5-B5E3-6F1C547F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2757BBD-E591-4C92-BA6C-7A449D06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721A66D-EA9F-4E6A-9BF7-373D4005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15885AB-4692-4C45-9655-0171EBA0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4BFF3B1F-BC2D-4A8A-9C60-5B333C31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697122F9-A505-48E2-B16A-15C2C28F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0B8FA238-5674-407A-A70B-ECD0B58F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565F663B-CFAA-4F70-AC28-B625366C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06FB9EC5-6CE2-408D-97A7-44D4904A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C41D9B77-3981-4323-80A8-E6593EE5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1C7DD6FC-FD6F-471F-B243-3EFF113B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8F610DA5-0050-4BDE-8D40-9C2B3368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0DF92DA4-8E1E-4D11-B00A-197AA98D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156BB182-58FC-4A5F-AD15-B6756E36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E18CDA0B-3CA4-4941-97C9-535C7604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27149D87-3F6E-44D4-BC92-2E20CFF5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8137C25F-95EA-42E2-AE9E-90E5BCF0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05876BCE-7442-4BAF-829B-B9990A33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EB8FA3F8-7994-4790-BC60-6CCEEE3C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F86C274A-FDB1-4326-917B-102D2CF3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D9AEF149-527D-4297-B6FB-DBBFA77F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5DD221A8-5C4C-430C-BF59-306979C0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73E6F7E6-1595-41DC-9DF9-DCD1DA2D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79186551-F632-456D-84CD-66C06E03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8C2589DC-F3B7-4174-9D5C-CD9C9DFE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F0E8FFA9-C935-43A0-B044-4209DE72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92159575-ED9D-4E0B-B9E3-0ECFD000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09506991-0ECA-48B0-B077-D3855700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5D120FF6-7B4F-4501-9C92-967C7B88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652EDC53-26E9-4097-A98F-A31CDD4E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D336B694-821A-429B-B9CE-42DC93C0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26940C6C-D492-4A9A-A950-08EDE78D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19FB4C9B-DB8A-4D29-A981-37D2941C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0CB0AD76-9BED-4323-952D-F064053D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98E1F13F-9669-4E67-B384-AA208036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34B8C83F-99CD-49FB-B855-CA7278FC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DAB5C986-6F81-4BF5-B374-E8D6360F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963E62AB-33F6-4B5E-A291-6114E07C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30710AD8-9767-4435-9533-63050C4B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45E4810D-F60F-478A-810E-BB28D098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B5E6CA25-A5F8-465E-89E7-A714C0B8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54D37926-D691-4E5C-BFD8-BE918D8B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D0E5C48C-1467-421E-A26A-90299399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8629B9C3-D081-4FD5-B47C-31652844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82A4D5E1-0761-487E-AD93-9D05763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5AEA2D74-2815-4138-B2E9-030439F1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EFAF162B-B361-4F5F-B0BF-10931FCD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F04CFCE1-5666-4C98-88F9-E298DFC8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8632E927-28E7-4094-9C83-560613AA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A59DBABC-D5BD-4695-BAC3-BCBA4EE3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8EC54D16-8DDA-49B4-9080-EDC07FE2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0A320291-90FA-4F7E-A8F4-6AC4A08A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7F0BAC40-8530-4D24-8523-F931A42E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B9D1EB91-FA82-4B46-8C81-9C0C681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CF40D480-FF6E-4A59-8D20-7F840985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1BAC65C9-D5B5-4E63-BBFD-80D50480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05A8C87E-4FFF-4E5A-B01F-13FF8DCD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97D4C06A-F18D-4049-B97E-D18A122A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B595AC4A-D16F-4B46-9CF2-7659512E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40221E6A-DD6D-4AF6-B9B3-69A45212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1543790E-4C4A-46FE-A2DA-F1D0C826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3ABA716D-8BDE-4E8B-961F-44174981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5C0B402B-4865-4966-9D81-069B6FD1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7E782D08-7A4D-4AB4-8F1A-6E39D8A9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CDEFBEA0-CA7B-464F-944D-36D0AE2A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AB104A8F-A816-427E-9734-7AC3862E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6F9790A8-AE03-42E3-B7DA-20D794F6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48E72090-21CB-4349-83EB-30A761BD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A94EC6B9-A14B-40BA-8E2D-6DCF390D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AE910CDC-CE5C-4E82-AD31-D920DFDF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FA83E2BF-54B3-487E-BCF6-E54957C2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8A876371-76F2-4A25-BBA8-2DF8A418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C57F2A04-3846-45F2-8F83-6FE4550A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FF0A6768-0929-45D8-817E-DAE7EFA1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1C257E47-60E7-499F-B7F0-C94FF72B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14BA4518-EF7C-45F3-B88E-45032BC5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04FA725A-4D71-4755-9CEB-57F02751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AE649A0A-498B-4028-999A-63A86DE7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B4AE00F4-B3DC-4BD2-B97F-2A92D909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A9DCBB58-A126-492C-9A76-D4A9C5F1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5E35F07A-488F-4DBF-9B9B-E7B550B8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2CFC49FF-3E99-4244-87E6-65BC3FF6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EF7270FC-2AA1-4640-A45B-17133332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4AE620EA-6833-4989-AE97-3BC382B9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88784495-5139-4DD9-A4F0-8BD6FAE7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BAF1611B-CCAE-4A83-BD22-42BB7A73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6767E4BB-900D-42A8-A98C-C1CBE99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00715E81-D394-4630-B1B3-09E20332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3D94065-273E-4313-BB99-2A20F5F2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CFE73F4B-8F93-4490-80CE-EA67E8D9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2C258C34-83F4-4D00-A1AF-95F11BC6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770E7EE7-02BA-44CF-88D0-6D2F2B5C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A817A067-5D1E-4681-B253-813761B7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27B42CEF-C65D-40B9-BCE7-170F81E0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78F33DFA-4838-451E-8608-9F422734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E6838172-7F1B-470F-9F96-2D4D9EA1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23EF6E17-3F51-488E-8771-8A339656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ABD133BC-01E0-47FA-80ED-A197B232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5A3FC2BC-4397-4484-8614-6A6C7C2F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CF0F65E1-02B3-44B3-B5D2-9761B577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5F42DA27-4347-44AC-87E1-F3D5D06D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9AC0F909-AE20-4DFD-BF80-37C81371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28DF26C0-43BD-48C9-BA86-0CC9ECB6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3F664C89-0F62-403B-8E7E-0999C3BC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1CDA3D50-9C85-421B-8C0E-5A67E69C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D7CE7725-748D-4D8A-B493-AB26EAC0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1337F3C0-9732-4C85-8835-0243BB74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947E286D-FD03-4ACC-8050-FDA1D5A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5D4C20B1-2801-4ECE-AA6D-1F2EBD2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56D80CA6-EF7A-4A03-9B0C-1FB3D1D2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48C43CBD-4D98-4F4E-95E3-757B79D2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2BEF1C94-C355-4BC5-A551-1E1CFBFA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86658993-699B-4A51-8447-353FDC5B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9C61A526-E909-48F4-BCEB-E4DAA2A8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3DCAD303-1AAA-4BF0-B0FC-74FE688D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D6351F9F-810B-4513-8412-C706C505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E916CA74-993B-4398-9C0C-3CAA5074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68379BD0-0A91-485E-AF06-AF5B53EF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182A6C06-FEDA-4540-86BE-9FDF5E92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8DE65D13-10EF-4CD6-A421-012AC77B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B6FBA4A0-FFDB-4725-8C30-A1A9978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DCAC3C64-FB34-4D7A-82B4-4FEB0363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E74D0527-87ED-48D0-BD5B-23AAE97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0F5085A2-05D9-4320-9C47-4CCE5AE1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7852A74D-2CEA-4BEF-837E-291B31DF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50FEDE48-4120-4DB9-84E5-EEBAE500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4E57E418-F4B7-4B69-BD4E-363E9EEC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BA9750C2-26C5-479D-962E-D5CBD298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9ED4D9B4-2697-47D7-A5A5-0A3F8EA4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8110768C-D9FA-4840-9DFD-C0DB60CB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3F3B76A3-3491-46EA-9252-4161C7B7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9234FF6E-98F2-4A2C-B740-6E8D8868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40AD61D5-7E7A-4A66-9049-2E65B15C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3B855FC3-800E-461F-891B-47FA0570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CE5A3ACC-2B6B-43B1-9BF1-9C05F1C7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9A87D688-85B6-4C89-91F1-81754415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05AC31C4-B04D-4661-A735-4DE18DFF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60BCC0E2-4230-4EAD-90D6-3DC2F9AD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D5B88FCE-2936-49C3-916C-3B3B236F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4AA2C4E2-464B-418F-83EF-CBDC6589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0461B2F9-9F2E-495A-A051-F3FB3081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B1FFE0CB-47A1-4DB2-BDF6-B4CA8A80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31A52948-14F4-4070-8AC2-2CDFC7C9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510DAF73-37A4-4BA5-AC61-E67A9D90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51FAE5B4-0D11-4F5D-9F7F-CE83C775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99E92839-2FA3-4885-80D4-976F10BD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57C08F13-C980-4398-865A-6C9593B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F8C62F96-320E-47C0-846C-7952A768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6A91155F-68AB-4816-9DEA-C9F9E032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36C60CE9-AE73-45B8-9D3B-6E18F325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1116EE7C-EE19-4DEF-B508-DECFAD74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4755BAE9-45B9-4184-979E-8249F409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882F740D-E595-47DF-819C-EEFC3B89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D1A87DE5-DB35-4EB8-9FA0-227E8CA4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F46B6E99-A915-4057-9252-DE666373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BD59A371-48CF-4F3A-9D6E-AB4FF254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9352BD55-D2CB-4604-87F1-B764667A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07617347-B9D3-4620-A232-11169E5D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B6D567E8-D07C-4A16-A866-258625BD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5842EDE5-A78A-4423-A97A-F6CE8040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8F508756-B4A9-4437-866E-BDB11483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E16F0EDB-6C60-47BF-9CFD-3703BF4B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D39ABBBA-9096-4475-8FF6-B3ADDFCB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72EA9246-C7C7-4F83-8F0D-DC112D8F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80A04200-AB81-4D3D-A58C-4B5BB857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D8263CCD-2509-44DD-9F41-5DBD3649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60C81987-7D24-4318-8EEB-7483492A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C26CD750-33CF-45DF-9E11-400ACFDA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C11CFEB4-9958-401B-9201-F98544E9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C7731C08-A9EC-4F59-80D3-BB6AC979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8044936D-A1F7-41A8-AFD0-B471F4C6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6CF8BDD2-5E0F-4593-A584-3EC0959F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89BA20FE-D491-46EF-A573-662E066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8AC582DA-BB68-41AC-84B2-FD101D8B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A8ECF61D-5788-4CA1-B420-A172F1C9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63F23C57-C9FF-42A9-9949-D7CFB227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0CC2763E-4E67-4DA1-BA54-17BC5364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066CF5F6-7AC8-4697-A7AF-CEB65179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0D737DBB-1D17-4414-A6A9-0279B989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B42EBEE0-7356-475E-9C96-C46EC80A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CED6F456-0624-46C8-8B02-36D34040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7DDF7FE9-CB41-42B8-98C9-BB1AF076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F0093307-4397-4B64-8604-19DF8FC2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FEB62B80-3052-4570-81AD-F43E1EA0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917726E9-E4A8-4BA8-96E4-713BDBEC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3FAB10A5-18CC-4BFA-B216-BC235B2D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86E59131-C738-4EB8-9F88-AC8A0B30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5B41F41C-3547-4A16-911C-D168D405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CFEDB5B8-DC9B-408C-BB4F-4D65EE18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FE8FEAEE-AEE8-4A50-A236-8B6BB315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1E8E77C8-1EC4-4BCA-B9A7-EE3BA5F4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3B6BA993-A484-4AE3-8F04-A0EF684B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3A8E2589-7748-4819-B0FF-67AA29A5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1A8B73AD-8127-4926-B49C-BDA471EE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3A21BF73-9315-49F6-B396-A1D47316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2387A5FC-0A19-4D33-82B5-E5495266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FCAE720D-94F2-44BA-86AF-E04DF29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2BF8364B-7C91-4540-953C-CE29F182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C895CDD0-0E01-4B1F-90E7-2E5E9971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41481876-A513-45F3-8B0B-65105556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51D8B893-A536-4BB0-B6D1-3F760D34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AD20442F-5637-43B8-8A6E-915FB502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55669579-1EAD-4858-8126-4EE51EC7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475233D5-EB31-4221-817A-91AB3CCF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CE65D38E-9E37-41F0-B124-B1D4B7F8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BE6A6CC4-EF37-4534-B188-45E489FF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37A0AF3A-9267-47E9-A03B-ADFCFF3D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EF5E1519-63F0-4DC5-B574-3C7F1823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F9DDC22F-7DDF-404B-B52E-7ACA8477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54EB79AC-6CE0-41A5-AA67-A834019F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69258798-F626-4CCC-8082-BD2D63A5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A2D4515A-E993-49F4-85C7-78AB94C9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38239A8E-2842-40F3-8792-01E3A10E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E2166860-3D0B-4B76-9210-462D1CCE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A2250B97-7807-44E5-A2ED-776569EF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35B91ABC-5081-4D31-9A67-00A3F3B8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90C8B62F-9269-45CE-83CF-FE7C169E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FFFD9F57-C598-4EE2-9693-47AEF4A7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BF4C4184-ABFF-413D-BCBD-CADF36DC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C8A256F7-2726-482B-95AC-114924EF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1C0C75F2-E195-4838-990A-65DE7404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F96CE378-A3E0-40FF-B67D-2F3CE89B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4D2C9415-6550-4890-956A-1BEB54AB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D94C1023-C991-427A-9F68-F2D573D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383F637F-AEA8-46C3-8602-D537C24B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42661ED7-6306-4D16-B639-D61C79B0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3E3AE3A5-15FF-4970-986E-7EEEF9C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CA11702A-271E-478F-BA3E-85249D5B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B3BD2DBC-BF08-4510-AF05-43A2D35A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BFA9B915-C79D-4850-84AC-DDA210F6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5BC47A09-6BF1-4C5E-842A-68F03554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14C4D437-69E8-449F-828B-E3063CF5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96924A3E-7BF1-48E6-BE22-24F76FE5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4EA6929B-0689-421A-84C2-4ABCF9C5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197E8CD5-FE07-4382-B29D-F835D0B4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A5D3DC61-C66B-4A9B-BE6C-C6678860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EBE9F299-1636-48BA-9795-24B87E5B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B09E1599-AAB6-4B6A-B324-7C7C554A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F9347320-1468-4CA0-89D0-BA3FE57E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58AC7DA2-D087-40F5-97D4-5A1A038B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06995A62-012A-48D2-9CD1-03465A18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37F7D8B2-CBFC-41C9-B0AC-47865BF4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3618ABF8-FA04-4369-A37C-4274A899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CC1C20CB-3761-4FFC-BC06-06F3BFB1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359B039D-A842-4F6F-92A1-7AF2683F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C8BB8739-8D32-40C0-BFDE-225BAD12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53F28313-7794-45D8-A023-04513371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824EBC85-9015-4831-957A-1307294A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E093D7C7-61F9-4D4A-82B4-E054F37A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0A30B893-F60A-4B76-9C2A-6C36AA7B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5D57BFB3-2D72-4600-8644-BAB2F872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0E221EED-5AAB-4547-8C7F-6C7C03B3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D433ECAF-179B-4176-ADD6-78E7E39D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0E5CBEBF-8825-44CC-BCA7-D7C7DD6C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D7D4CADC-A126-43C6-A31C-A0EBFCC0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4C193CA8-7BF6-4EFE-B1D1-993B6A43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DB5050E2-1EE0-4989-B604-C4E1C47E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7A15AF78-FFD8-4E0B-9DF1-6E1E2FE5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EE4F93A3-0360-4980-AD3D-48B4F12C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60971937-BF3A-4FC5-A7DE-90D1C7E5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E0AD5697-CBF4-430B-81B1-AA907A6F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CE7E62D8-B7BD-499E-A3B2-9D0CA73A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815E68D0-6986-4B30-9721-124E89A7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030DA046-381D-400B-A3C6-3D77011A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8EA4A82E-BFB0-4DA1-9607-8654918D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D66733FA-1A8E-4613-8B31-56AC755E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DFC96B0B-F9B1-4011-BD6A-5290455F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AFBF8F5F-C75D-4345-9168-9BFAF111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BCCF9F05-6454-4EE0-892F-3C17CC60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455515CC-55F8-4AE0-AAB2-0E490D5D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0816B652-3DC1-4B34-A937-24C31620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7D4C1488-25D9-4CAE-B95F-0DA434AF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498E9B7C-F6E5-422D-B75F-A2734D2A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A1AEA7BE-8B62-431D-914E-7AC6BA7A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D43930EF-9759-4314-AD76-B527C2BE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39BB11CB-ADA4-4B81-9D47-F4233A9E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7BEB9290-1DFF-4007-A9CF-3D172571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3C15084D-E714-4FC5-9A5B-DC62B9B5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6A747D62-93B3-4A67-80BD-A55E03F7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9233A907-B741-45AE-B035-09202558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5B2D1A11-2FA3-4D53-9CA5-36AA4706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2AFAC687-2D20-43E9-A5A4-97D36CA1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F399D5FC-EFC5-4410-A6F7-92084FA9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CC181205-A2EF-4D83-A318-A87A6007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8B4E8FA6-1822-4561-98B8-3C2D4BF9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F6110B1B-0FB7-4C1A-B04A-FB92A2D9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153BA1FB-572E-4300-B0F6-97D73125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38506D90-F57E-423B-BF31-088BF4BC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63A960B4-0649-4551-B9A2-DE85E24E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966FA78A-4E8E-4E6F-9977-109F6F7A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33BF8273-D90B-4182-AEB3-2FF3B573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7BD5B7B6-5C50-4938-A8C9-AA096D8F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4E8BD0D8-8A4E-42A7-BE72-E9878D15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23814EB0-0860-4F12-ACEB-4614D7E3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A5AB35EA-17D7-4DE3-8B4E-C97EB843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7FB7823C-E7B3-445A-9451-E857C484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84622FAD-0C6B-4E4A-A1C7-245967F4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EBE2F059-2EE2-4206-8473-A31026A9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6186D53D-978D-43EC-B384-E920CCE5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B33D5507-D435-4B89-ACBC-228EE575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BB937349-0528-4B81-B449-4F6AE17D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568F004B-E03A-4AA8-9B81-2EE282CB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C8C1492A-5EAA-4221-8D9F-0C6D1EDD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851EADAA-84A4-4FF6-8B87-862588CC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D307171E-540C-487F-98B9-E6097987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FE3D4916-BC1E-4C9D-8065-1E81995D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BB754150-CD3C-42C6-A099-CDE6068F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4CFC0247-F9B8-4C3F-8883-4ACCE05C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1FC1BDC4-1D09-403E-8BBB-B935585C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F2C83EBD-5377-4449-99DE-67413489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F7BD9F2B-FE4F-4747-B8BC-034CE26E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9074D06B-EF13-47C8-85F5-E0C8AE83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C647F4AE-30BD-4577-A7DE-EF131A23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86E60F80-B79A-42E4-B1D3-2D9B6CB3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C75238E2-DD25-4CCB-BAD6-ABC6F7B6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5B5FF106-9D51-40A4-93EF-D1FA9D99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D7B98956-1044-4A6A-8142-FA3F891B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D5F71234-D416-47F6-8A49-19AE360D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E5D3608A-799F-4E4B-B8A3-185BC4DA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4F84DB25-38D3-4024-98C2-C363409D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9CFA53A2-6BDB-4464-A81E-8FE36767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A4BCEFC4-FF0A-4917-949E-30780200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3A30E1D3-FD70-4355-9C00-92229FDA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70C924CE-381A-4814-8CED-78950789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07018633-D35C-4DE6-8C50-0F837685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9FAF77FA-FB23-4BB9-B2C0-59F3F1D6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5CBF54A1-402C-483E-B046-C98FA195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2D573B1F-F3E7-404B-A1AD-24AFF4D9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0DF4C83F-13CE-4FF2-80E1-2C0BD0A5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60A89540-781D-4D56-9B40-F4ABB731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112A73C9-08A2-4855-B2A1-4464A7D2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0F56FB6D-072C-478A-9B91-BB993D11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1E6968EC-4305-49F5-9A83-3D6306BF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FFFC82B1-CA2E-4B72-B70F-FFC09F15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B11CD13B-8477-4DF7-BCBA-4717411B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74B6D52D-DC06-45E2-BD0C-588207B0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C160E471-2BCD-4156-8B3F-C072450E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C8454D32-C592-4726-B5D5-A177A9EE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8FCB180A-7CC0-4969-B9F2-B315F37A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174372A3-7204-4371-AD4F-F6B798D9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45DFE0B0-57F4-4371-8937-07A42ECE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C3933593-279E-495A-AA2D-A6FE6169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A817C9C8-CD44-471B-9E3F-06058465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D536D672-216A-4468-A846-546AC0F7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23344C05-6394-44E0-8413-A37F378A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B7332D1B-C7D4-48A7-82AE-DB8B317C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AC2E3999-A998-441F-8543-5A115260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E3F423A1-304F-49B0-A498-C4D6DDA5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4643AC19-5E22-4F0F-BA61-8FD0CEF3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B7ECE934-C726-46B1-89A4-1DDDCE7C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63168ABE-DFBF-4DE3-8C04-8C6EF215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A62B8855-7E8D-4D0A-9B18-B39E1D9C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2C88C9E8-78DE-45F4-8FB4-79AC3ADA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F8EE214B-E545-4365-B4D5-62058CD5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11C372CF-E4B7-4FBA-8E07-75934C7F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2CDC222C-6B36-44C7-90FB-E7A2C652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711D8DB9-CEE9-4D02-97DC-C86EFF82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1043CD3F-7E9A-457F-9F00-AE11C375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F3BB5B60-67ED-4762-9ED7-88D4D45A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95E22EF1-ED59-4CD8-9FBE-24DA8F14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368231C0-A9FC-47DE-8CDC-6601A3C8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98CC43CF-04ED-4354-82CE-538F3B2C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87CA043F-9B78-4FF5-BB90-54080A02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2869ED60-BD49-4651-B845-8BBEBB2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DB75F88C-D7E2-40E1-A779-CD0EE32C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E0D8D844-3B25-4FE9-8B9E-9B452824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1CCCEBE4-9327-4514-9195-DB3F00E6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B2D8096B-599A-4370-AC8A-9C9B7237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844E973C-5E07-4423-93DF-F8219CE5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5A66158F-C79E-423A-B2F8-B846A61B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42A17B6A-055B-453C-8C36-EC5D253F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6149A375-B867-4C2A-B33B-FF2F7826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D5F0D54C-C7CC-4F00-96E4-52FF0D00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2B6F7DE2-90FE-4B3D-BA3D-5E0B54AC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6EDE9034-08C5-492D-9B63-83F2EE96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608F9576-74C9-41A7-8D29-3B8F2802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94CEC1B3-DD7D-442E-86F2-ADD25F19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C04DF367-C84D-4ED7-A7E1-C8A5FF68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5F355256-9893-45E6-91C9-FCF1C412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B4F86A3F-CDC3-4407-800C-7A006EB7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3675A395-D4E6-4791-A58D-8BC9394E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AC33DA19-2DD0-4E65-8E2F-C4EBBFC2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BE623386-279D-47EA-A507-05FBB9B6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13CFAA18-2A44-49AF-9C42-694F2E51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ED3409CA-DD5C-4174-89E5-DCE8DE89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203E7E0D-BB31-4762-83EC-E568C9AC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D95262E3-282F-4768-A490-3464E080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5C8E1E13-9F16-43EC-8353-A2F5DE3C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D92C0DF3-7963-49DA-95C2-312739D1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F92CD2FD-7788-40E8-A566-EF111165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44DDBF97-8F5D-4C2D-BF48-9F5851A8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B4E422A1-5F72-4664-9380-FAE7A93E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A9B95A87-4DC2-4A8A-BE02-8BF644D1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8829FC29-B433-4B2C-AD23-CE846206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13A65424-C178-41EE-808A-904F0697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5C1BC8A3-D31C-4A74-B5CE-43CF49E8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484B4D54-6ED7-4C66-AC9A-2469E7EE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9C215F3B-41CD-4B37-8D98-E688E5B7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13F6CF01-2B0E-4E4A-93F3-9D0DFFC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08E0CA20-CC5C-4710-8602-615994A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BC9EC0EF-56EA-4235-A123-2C5BBA14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3AC9DE51-E863-4ACC-8CCE-5E10B358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18D49FC4-800B-43DF-BD7D-EFB257EE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1AB2339F-F428-4070-89EA-F6C8BEB8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73E8C4E1-CF14-4CA5-92DE-857D4098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5F9DB6B7-431E-4440-9F7A-CF88EBBC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98E22987-5185-4B02-8A98-93BED890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CDD87747-5962-4D77-9883-10C3F1C4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7EA021F3-C7ED-4A80-AB1A-16C90F3B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78DCF9A0-294F-4C3D-86A8-78845DAB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81354F9C-27E9-461D-B1CA-FB19AE6A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7BE06681-B64C-4E1F-9FB9-2627016D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5C43C3B2-4332-4BEF-AE02-DCA971CD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68A9633B-9997-46B8-B41F-C33AD00E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0CE2FFA5-9DA5-4938-8409-DECF782E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FD626A56-EA1C-4AC2-AA8B-6A0529B8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45050E1E-89D5-415C-A5D8-1CC3EFE9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B7F0D6B7-C745-472D-A344-646316CC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74E32EB1-5AF9-4264-8057-FD53BA94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6BC00219-2CF7-4E8B-8A64-A02FE610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0418EECB-6CE2-43C4-848C-D582E992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FF616300-9F2C-40F8-9751-555B2871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B7E0A050-F40D-4880-870D-CABD67AD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11C99A94-D6CF-40D5-8959-11D1722E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2ABEC5A0-2CE4-4206-9C14-6B762489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714070E5-BB28-4223-B117-D5CBEF42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74B2D03F-A27D-4735-A04E-542716A3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6671CF04-3317-4A71-8BB9-156996E6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3903A9AF-F6C5-4F3A-B76F-C18610B8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03835EB8-000B-4EB9-BBCB-D8FFF1FB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26D46E3B-17FA-42FC-841F-AA601EE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0E75386B-CB4D-4E77-8354-9076A8E0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3753ABB7-7795-4311-8DF9-CC219693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CD09625A-97E5-452F-B69D-F9457342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2B5A6979-471A-48F9-84DA-0FB254E7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2A498214-E8AD-4090-8D97-E42B1C0E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0AF3C62D-2C5E-4040-A613-F4F528EB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132ED66D-ABEB-470F-972A-0A0D9B2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1E815283-AD9D-4A59-83E3-CA02619E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90443AC3-BAB0-4FFB-AC0C-D42F81FB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D6A7A1A8-9860-49C0-AC1E-74CCF484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6821677F-70A7-46E8-98C2-4DAF8F28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8868A3A4-2506-4631-8590-8BEC1A1A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C9FA0262-B81D-4A3F-AE28-D3F5CD7F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2549D73D-79C2-4637-A9B3-8435CD3C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98B5C261-FBB0-4D41-8C17-B4200538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4A07D3A4-BED3-484B-B745-D0BD3793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6C32AF46-2071-4748-85FB-E85FB949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5B307C3B-FDF4-46F0-93E6-D467A760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55934455-0744-4583-B171-A7E820D3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A611D3C4-A0A5-46D6-AE4B-028DBDF7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64155FB4-9930-4524-8A3C-B148603C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D74EA081-5B42-485C-AE60-CA620CF3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AD382B04-D637-4D19-A989-84418CEF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A54A7320-EAAA-4F5E-8035-08C5EEBE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FAEE4392-826A-4BC4-87BF-23998E75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EB3E22A5-6C02-46F6-921E-CCE1949E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0559E928-D117-47A3-8889-1484CDE7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8E564D32-BF47-4678-AAE9-94151727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48F24C97-EEF5-42C5-A2E7-982767CC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99CDE258-5F89-4817-AFF4-1103866F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B889083F-BE6D-4353-8AF8-51C56443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233888DE-4694-4D8A-B4CE-AFB4258E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PERSONAS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305F9E39-0E71-4034-A263-8C1A9CBF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同一套系統，服務三種不同責任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07079D70-85ED-4699-976A-34402200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使用者想快速得到答案；內容管理者要控制版本；IT 要確保可部署與可恢復。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981B183B-F09E-41F1-9702-E2E7BD81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3352800" cy="3733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CF68BEA1-7785-41C1-B0F6-694F7C6C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352800" cy="3733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5DEE4A90-4C17-4DDD-9B31-63ACB224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95525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186F9F95-FD21-4C1C-8B09-BB7056F2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EA94BEE3-3F29-437A-9187-95211B03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END USER</a:t>
            </a:r>
          </a:p>
        </p:txBody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C59611A0-611D-480C-8D11-7E92A365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895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學生、教職員</a:t>
            </a:r>
          </a:p>
        </p:txBody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13FDDE0A-413E-4258-865C-5A048A0B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1472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24EFFD02-BDA9-4C56-86EE-F1F61089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F3E9E162-DD93-4188-8FE5-7309D93F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CDDB7A10-0E5A-42AA-BB5E-5A0ADA8E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7662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自然語言提問</a:t>
            </a:r>
          </a:p>
        </p:txBody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EED2CA85-A57A-4377-985B-44931FC2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4812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B180DE93-4EB5-48DE-B6FD-89597A9D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20079ADA-6501-44BC-BAD5-95D9819E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D387AFDB-414F-41D4-BCB5-0F0E5AE6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1002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直接查看來源與頁碼</a:t>
            </a:r>
          </a:p>
        </p:txBody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6D78C3CB-B5D4-40EE-AC98-76B835A6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8152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0C9E3344-3ED3-4459-A537-9CD21486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698709A7-579E-4C78-A3F6-63D07314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1757B690-010F-4E76-8F06-3743D632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4342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降低找錯文件的機率</a:t>
            </a:r>
          </a:p>
        </p:txBody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67A6593F-591C-4A9A-B554-90D64BFF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169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4169A8"/>
                </a:solidFill>
                <a:latin typeface="PingFang TC"/>
                <a:ea typeface="PingFang TC"/>
                <a:cs typeface="PingFang TC"/>
              </a:rPr>
              <a:t>需要：快、清楚、可驗證</a:t>
            </a:r>
          </a:p>
        </p:txBody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3DF01C2E-F053-472B-9656-1F2B65F3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05025"/>
            <a:ext cx="3352800" cy="3733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6A3AB790-61C8-4D9F-BA5B-80874B5E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3352800" cy="3733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4CB1B597-0332-4ECF-99E8-57478592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95525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3073A16C-50FC-472E-B9DA-C77C19F3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52799C93-4277-4D24-800A-304CC806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145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CONTENT OWNER</a:t>
            </a:r>
          </a:p>
        </p:txBody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03B4C598-0F77-47B0-A9E9-BB6CC0DD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2895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行政單位、法規管理者</a:t>
            </a:r>
          </a:p>
        </p:txBody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FEB2A935-ED38-484E-9FDD-5A737F91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1472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DC2FA3A4-4600-4DEF-8278-4508CFD5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19EDBD56-5223-48E5-A51B-8CE48B94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337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1009E9E5-688D-4206-BF14-3C0A3A0A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上傳草稿與新版</a:t>
            </a:r>
          </a:p>
        </p:txBody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3DA52815-89C4-4E5B-9285-58F38DE0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4812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EAAE2DBE-F952-47AD-B224-FE4CC5B8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4BEC3279-C5D1-44AA-8105-BA504AB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671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CB5D30FD-4940-4AE6-AD41-4FEE1DF3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002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發布、停用、回滾</a:t>
            </a:r>
          </a:p>
        </p:txBody>
      </p: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4822A027-E752-48B1-B63E-AD2478F7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8152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B2B59D66-4603-4936-85A3-488C98CE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74" name="">
            <a:extLst xmlns:a="http://schemas.openxmlformats.org/drawingml/2006/main">
              <a:ext uri="{FF2B5EF4-FFF2-40B4-BE49-F238E27FC236}">
                <a16:creationId xmlns:a16="http://schemas.microsoft.com/office/drawing/2014/main" id="{4CBDE8DA-D7A2-4367-9090-584EA49B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075" name="">
            <a:extLst xmlns:a="http://schemas.openxmlformats.org/drawingml/2006/main">
              <a:ext uri="{FF2B5EF4-FFF2-40B4-BE49-F238E27FC236}">
                <a16:creationId xmlns:a16="http://schemas.microsoft.com/office/drawing/2014/main" id="{23EDE02E-163F-43A5-A324-4977B4E2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4342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保留歷史稽核紀錄</a:t>
            </a:r>
          </a:p>
        </p:txBody>
      </p:sp>
      <p:sp>
        <p:nvSpPr>
          <p:cNvPr id="1076" name="">
            <a:extLst xmlns:a="http://schemas.openxmlformats.org/drawingml/2006/main">
              <a:ext uri="{FF2B5EF4-FFF2-40B4-BE49-F238E27FC236}">
                <a16:creationId xmlns:a16="http://schemas.microsoft.com/office/drawing/2014/main" id="{37DDEF42-6E24-4A81-8237-7910C3E6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7685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169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4169A8"/>
                </a:solidFill>
                <a:latin typeface="PingFang TC"/>
                <a:ea typeface="PingFang TC"/>
                <a:cs typeface="PingFang TC"/>
              </a:rPr>
              <a:t>需要：版本控制與責任邊界</a:t>
            </a:r>
          </a:p>
        </p:txBody>
      </p:sp>
      <p:sp>
        <p:nvSpPr>
          <p:cNvPr id="1077" name="">
            <a:extLst xmlns:a="http://schemas.openxmlformats.org/drawingml/2006/main">
              <a:ext uri="{FF2B5EF4-FFF2-40B4-BE49-F238E27FC236}">
                <a16:creationId xmlns:a16="http://schemas.microsoft.com/office/drawing/2014/main" id="{90D10601-E21A-4055-A80D-1B9A9C80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05025"/>
            <a:ext cx="3352800" cy="3733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8" name="">
            <a:extLst xmlns:a="http://schemas.openxmlformats.org/drawingml/2006/main">
              <a:ext uri="{FF2B5EF4-FFF2-40B4-BE49-F238E27FC236}">
                <a16:creationId xmlns:a16="http://schemas.microsoft.com/office/drawing/2014/main" id="{2D9EB6AA-EACC-4CB2-8B9F-A8DA255D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3352800" cy="3733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79" name="">
            <a:extLst xmlns:a="http://schemas.openxmlformats.org/drawingml/2006/main">
              <a:ext uri="{FF2B5EF4-FFF2-40B4-BE49-F238E27FC236}">
                <a16:creationId xmlns:a16="http://schemas.microsoft.com/office/drawing/2014/main" id="{4B2A8890-A4BC-4B15-8734-DC33922B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95525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0" name="">
            <a:extLst xmlns:a="http://schemas.openxmlformats.org/drawingml/2006/main">
              <a:ext uri="{FF2B5EF4-FFF2-40B4-BE49-F238E27FC236}">
                <a16:creationId xmlns:a16="http://schemas.microsoft.com/office/drawing/2014/main" id="{EAD63D38-543C-41B7-833E-15AC0A22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81" name="">
            <a:extLst xmlns:a="http://schemas.openxmlformats.org/drawingml/2006/main">
              <a:ext uri="{FF2B5EF4-FFF2-40B4-BE49-F238E27FC236}">
                <a16:creationId xmlns:a16="http://schemas.microsoft.com/office/drawing/2014/main" id="{68E3F616-263E-426F-B784-24898229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145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PLATFORM OWNER</a:t>
            </a:r>
          </a:p>
        </p:txBody>
      </p:sp>
      <p:sp>
        <p:nvSpPr>
          <p:cNvPr id="1082" name="">
            <a:extLst xmlns:a="http://schemas.openxmlformats.org/drawingml/2006/main">
              <a:ext uri="{FF2B5EF4-FFF2-40B4-BE49-F238E27FC236}">
                <a16:creationId xmlns:a16="http://schemas.microsoft.com/office/drawing/2014/main" id="{BC606E41-4B97-45B6-B7A5-D014E991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2895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校務 IT、系統整合商</a:t>
            </a:r>
          </a:p>
        </p:txBody>
      </p:sp>
      <p:sp>
        <p:nvSpPr>
          <p:cNvPr id="1083" name="">
            <a:extLst xmlns:a="http://schemas.openxmlformats.org/drawingml/2006/main">
              <a:ext uri="{FF2B5EF4-FFF2-40B4-BE49-F238E27FC236}">
                <a16:creationId xmlns:a16="http://schemas.microsoft.com/office/drawing/2014/main" id="{95750DB0-976E-4545-A58E-2D9E9CB9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1472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4" name="">
            <a:extLst xmlns:a="http://schemas.openxmlformats.org/drawingml/2006/main">
              <a:ext uri="{FF2B5EF4-FFF2-40B4-BE49-F238E27FC236}">
                <a16:creationId xmlns:a16="http://schemas.microsoft.com/office/drawing/2014/main" id="{9E9F74D1-50B3-4EF1-9E7E-10706BB2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85" name="">
            <a:extLst xmlns:a="http://schemas.openxmlformats.org/drawingml/2006/main">
              <a:ext uri="{FF2B5EF4-FFF2-40B4-BE49-F238E27FC236}">
                <a16:creationId xmlns:a16="http://schemas.microsoft.com/office/drawing/2014/main" id="{683A683F-4B22-4A51-A03C-EE9BB6DC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337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86" name="">
            <a:extLst xmlns:a="http://schemas.openxmlformats.org/drawingml/2006/main">
              <a:ext uri="{FF2B5EF4-FFF2-40B4-BE49-F238E27FC236}">
                <a16:creationId xmlns:a16="http://schemas.microsoft.com/office/drawing/2014/main" id="{532E5713-DD5E-42E3-AC0A-966932D5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7662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自架或雲端部署</a:t>
            </a:r>
          </a:p>
        </p:txBody>
      </p:sp>
      <p:sp>
        <p:nvSpPr>
          <p:cNvPr id="1087" name="">
            <a:extLst xmlns:a="http://schemas.openxmlformats.org/drawingml/2006/main">
              <a:ext uri="{FF2B5EF4-FFF2-40B4-BE49-F238E27FC236}">
                <a16:creationId xmlns:a16="http://schemas.microsoft.com/office/drawing/2014/main" id="{2C1D8E30-3ED0-493B-9D85-2EA22AE8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04812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8" name="">
            <a:extLst xmlns:a="http://schemas.openxmlformats.org/drawingml/2006/main">
              <a:ext uri="{FF2B5EF4-FFF2-40B4-BE49-F238E27FC236}">
                <a16:creationId xmlns:a16="http://schemas.microsoft.com/office/drawing/2014/main" id="{2DCB7729-B8C1-4604-B3BA-879143C1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89" name="">
            <a:extLst xmlns:a="http://schemas.openxmlformats.org/drawingml/2006/main">
              <a:ext uri="{FF2B5EF4-FFF2-40B4-BE49-F238E27FC236}">
                <a16:creationId xmlns:a16="http://schemas.microsoft.com/office/drawing/2014/main" id="{1C208F7E-74A9-4D23-BB75-43911D14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671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90" name="">
            <a:extLst xmlns:a="http://schemas.openxmlformats.org/drawingml/2006/main">
              <a:ext uri="{FF2B5EF4-FFF2-40B4-BE49-F238E27FC236}">
                <a16:creationId xmlns:a16="http://schemas.microsoft.com/office/drawing/2014/main" id="{BEC82E79-0518-4B69-B5A4-CD617169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1002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監控資料庫、儲存與 worker</a:t>
            </a:r>
          </a:p>
        </p:txBody>
      </p:sp>
      <p:sp>
        <p:nvSpPr>
          <p:cNvPr id="1091" name="">
            <a:extLst xmlns:a="http://schemas.openxmlformats.org/drawingml/2006/main">
              <a:ext uri="{FF2B5EF4-FFF2-40B4-BE49-F238E27FC236}">
                <a16:creationId xmlns:a16="http://schemas.microsoft.com/office/drawing/2014/main" id="{342C66C7-3D01-42CD-B671-D57C3634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8152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2" name="">
            <a:extLst xmlns:a="http://schemas.openxmlformats.org/drawingml/2006/main">
              <a:ext uri="{FF2B5EF4-FFF2-40B4-BE49-F238E27FC236}">
                <a16:creationId xmlns:a16="http://schemas.microsoft.com/office/drawing/2014/main" id="{F2F777C3-DC38-481F-98BE-F073845B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93" name="">
            <a:extLst xmlns:a="http://schemas.openxmlformats.org/drawingml/2006/main">
              <a:ext uri="{FF2B5EF4-FFF2-40B4-BE49-F238E27FC236}">
                <a16:creationId xmlns:a16="http://schemas.microsoft.com/office/drawing/2014/main" id="{B83C7579-C656-44A1-ACE4-0BE8E28A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005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094" name="">
            <a:extLst xmlns:a="http://schemas.openxmlformats.org/drawingml/2006/main">
              <a:ext uri="{FF2B5EF4-FFF2-40B4-BE49-F238E27FC236}">
                <a16:creationId xmlns:a16="http://schemas.microsoft.com/office/drawing/2014/main" id="{54B932DE-4A51-4760-96C7-832A4923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4342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串接 SSO、備份與治理</a:t>
            </a:r>
          </a:p>
        </p:txBody>
      </p:sp>
      <p:sp>
        <p:nvSpPr>
          <p:cNvPr id="1095" name="">
            <a:extLst xmlns:a="http://schemas.openxmlformats.org/drawingml/2006/main">
              <a:ext uri="{FF2B5EF4-FFF2-40B4-BE49-F238E27FC236}">
                <a16:creationId xmlns:a16="http://schemas.microsoft.com/office/drawing/2014/main" id="{1DC0A38A-E629-40B4-A2AA-787DCE53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7685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169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4169A8"/>
                </a:solidFill>
                <a:latin typeface="PingFang TC"/>
                <a:ea typeface="PingFang TC"/>
                <a:cs typeface="PingFang TC"/>
              </a:rPr>
              <a:t>需要：可運維、可擴充、可復原</a:t>
            </a:r>
          </a:p>
        </p:txBody>
      </p:sp>
      <p:sp>
        <p:nvSpPr>
          <p:cNvPr id="1096" name="">
            <a:extLst xmlns:a="http://schemas.openxmlformats.org/drawingml/2006/main">
              <a:ext uri="{FF2B5EF4-FFF2-40B4-BE49-F238E27FC236}">
                <a16:creationId xmlns:a16="http://schemas.microsoft.com/office/drawing/2014/main" id="{EB232DCD-E2B0-4D2A-9FFA-BADAC51F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7" name="">
            <a:extLst xmlns:a="http://schemas.openxmlformats.org/drawingml/2006/main">
              <a:ext uri="{FF2B5EF4-FFF2-40B4-BE49-F238E27FC236}">
                <a16:creationId xmlns:a16="http://schemas.microsoft.com/office/drawing/2014/main" id="{D849CC77-A4D4-4A91-9A29-B4760BDC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A"/>
                </a:solidFill>
                <a:latin typeface="Aptos"/>
                <a:ea typeface="Aptos"/>
                <a:cs typeface="Aptos"/>
              </a:rPr>
              <a:t>SCU LAW RAG · 非官方學生開源專案</a:t>
            </a:r>
          </a:p>
        </p:txBody>
      </p:sp>
      <p:sp>
        <p:nvSpPr>
          <p:cNvPr id="1098" name="">
            <a:extLst xmlns:a="http://schemas.openxmlformats.org/drawingml/2006/main">
              <a:ext uri="{FF2B5EF4-FFF2-40B4-BE49-F238E27FC236}">
                <a16:creationId xmlns:a16="http://schemas.microsoft.com/office/drawing/2014/main" id="{E733C362-896D-4B62-8511-21DF3FD1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92135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708503-1324-4F0A-9155-5E302643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0F463-6635-4449-AAC6-C856095D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7A007-DB9B-48BD-91A3-5C3AC32E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60EC2-D605-4C51-BCE2-E4C31DE8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AFFE9-41DF-40C7-AEE0-C24E6D18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B0B75-1230-43A7-A5B3-8B3322CD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F75BD-70D9-4694-8A5A-8C5C96FC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159C8-417C-43C4-85F2-920B217C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B2B7D-9D10-4814-8FD5-8A2ECFD3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F0269-48B9-4B61-B04E-FF230AF9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30E22-46B4-4FE4-9A86-8BB9E0AE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B500C-93CD-43C2-A9F4-ACF034EF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16524-C123-45F4-B245-6EC41E0B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6ACC4-3ED4-4BC8-8206-C6E4FB6A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5AAB1-5575-4162-983C-7D7F63ED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B8903-B93A-4D8E-83C7-F87647FC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C4D4A-B996-455F-BE23-B27E3E42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8A6DD-F7F2-432E-BB9C-3C47FEE7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A257A-AA60-4A30-967F-58AF66BD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BD581-62F0-488A-92F0-774AD458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68E50-7367-4F0B-B219-1FCA82C8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C30D2-E94C-4010-8441-8830272B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73989-DD9F-438D-BB91-2E6E0BDF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EA28A-BB73-4463-AD75-0903D9D7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940E2-F673-4B66-8B43-CC89632D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F4B651-B72E-4C64-A685-88C9A763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87ED52-24F1-422A-A6F0-45DBC2B8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6E603C-14C7-42FF-A5F4-97339ECD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9C4665-0B3B-4C20-8C7C-7FEB3F4B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ECF707-3DDB-48F6-AED9-57F3A46E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B9F9E5-F082-4D65-872D-CB31C6C8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59DDC9-010B-48FC-B583-015BE3F3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B6574A-0382-41A7-A214-1C321BB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9F8E8B-7BEE-4456-8ED9-B15E0F0C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98D4C-27C3-4D69-9C71-0FABA02D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DE5A14-1238-427F-AD56-C4456A87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B800BB-1AE5-40DD-B6F4-CA522C8F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2D8061-23D7-4031-848A-2D59EA4D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AEC281-60E5-4435-8282-C92FB134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A6E845-6801-47CC-9E54-D92C73C5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673C58-D923-4870-B7F2-A9B5B603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D6C5C9-02E3-4FBF-8F64-83623510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ED3128-4B2E-4D25-9BF4-47E1ED9C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3B4773-7980-481F-A1DA-5D3713F5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113F7A-EFF0-4133-AB60-FA4BC170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8D7A75-FF61-4D1F-AE54-0B774C98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3B0151-463C-4927-874F-621E0906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9E9C30-558E-422A-A669-F3F5E42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607C33-FBC8-43C7-B426-0DD0102F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01C566-31D1-40EB-AA64-A2DE4B09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A94888-FD5D-4D4B-AACB-CFB51B19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A23E8D-1E93-4C36-8B1E-6FFC93DB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75557B-295E-4C4C-ACBD-067B76E2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671113-6682-4116-99D6-8EEDC289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974144-962A-45D2-9E9B-E7AB2538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775F48-4F8C-49FE-A83C-D13891F5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415FFA-AE47-4DA4-842E-9CC3E3B8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DEB87A-D052-4F26-8061-C7D37F7D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70043A-41E7-4CF7-AE05-875B254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99395C-315B-4342-A0F1-E5C61930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BAF396-541F-4D48-8EBD-FEEA71EC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5DDCE4-72A8-4765-B724-8FD35587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236AD8-3D1C-4FA9-8CA5-F86729FC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BF13E3D-2F53-4074-8DB4-E2153756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C5A87DD-13C3-4B9B-9356-CDFCE841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864960-6B24-4FE7-B7DE-C49E996C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BE8477-1900-44C9-B193-D2B99E34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1E9E71-2EC3-4C6D-B871-86E2BE87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CC70D58-CF46-4987-8567-3BBB901C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4AFF7A5-1F3F-4FB0-841B-88D9FC11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4646E1-4C8D-45A3-B15D-5A8CF5BF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A7FF41-AE58-4172-8406-136D24E9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F3F2EB3-A2A8-4285-8889-54C62894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000FFAB-F300-40FA-8F83-58EFDB2B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ADFBD8-5F7E-47D8-9B34-509A03EC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F590B1A-B6A1-491D-8715-5E5EC2A9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942BB68-07A1-4F5E-B061-90890C18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3BC6305-0D57-4462-BF8D-6EB72079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C25B998-4F17-474D-821C-39EBA7CF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07B3827-3296-4C36-9EE1-1B24BCE7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CE738D5-0FEC-436C-8A05-8808C5B8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FDB501-403C-4608-B7D5-509E931A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71E1AC1-1748-484F-BCA1-2E9CBF50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21D3C66-E847-46C9-BA82-30AD67D8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DFEED2-3A8A-4BC5-986E-12588B0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BE47E86-CAE8-45B6-8C8E-97452DE8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F8F946F-3D85-497E-BE7B-0C162DC7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77142B2-3B20-4926-BD23-B2775DC0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698DE4-C907-4C22-9520-E5518873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42259E3-5AF6-4ABE-A850-7C6E3E03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40FBE16-647E-4E3B-A9A9-2A98FB88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1209429-11C5-4F22-AB2B-13390E7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4A02B61-6A3A-4728-8C0B-0F43EE5A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3EE9D8E-5B9E-460C-A948-916973E5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0CA01D-19B1-4E9F-AB6F-45512121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31D5BCA-26CF-4036-B410-400D7959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34DA42D-BB36-4827-B016-9EB1EA55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B72C0D2-AA61-4312-8345-09DB50C8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5CC463C-A8C1-450E-A0DB-CB0B7EDE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5F30253-4CDF-4577-AD9F-C0BB05EB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73C7FC4-84F6-46E4-A8C9-DE7F7A54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657B414-0028-4F6E-AC3D-B0846B4A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68D6EA1-723A-41E9-9573-125C54E8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9BA7A73-AE65-4988-A0B3-429DA90A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2943B45-FA27-4CE4-9070-2773F18C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AE95C10-FC52-4CE8-996A-FAE1411C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F6AEFFC-816D-4B98-AF6E-A372DB74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221ED0D-0EDB-4A27-9EEB-EA7FBE1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D61511B-1667-4AB1-AB95-2C2FFE37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35F1F47-90C5-417E-9A0F-5C78D440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8B2C7A7-6D4B-43F3-AB87-EE754AD1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C8CA0AD-2897-494E-B91A-B81E11E6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30A3676-E930-4BC9-847F-2FB84DB9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A9F95D8-B764-41EC-8633-356A8ECF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7F5451D-BBB0-4EAA-80C8-6ACBC15B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E157887-42C0-4880-981B-61F5AF5F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5525638-594D-4071-B620-083B7877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A63F943-C1E4-41CE-BF26-83DD6321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5848616-8703-4C55-817A-781BC399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1EA941-F69B-4971-955A-B8695D2E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84946E8-9C14-49B7-8B1D-28517C36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ADF92BC-C122-442F-BAE2-FD0E7812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453AF2E-03C8-44DF-B05F-93F82705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CA1A6CB-CF2F-4F59-9967-06F3DF0E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C7AE027-0056-42D4-88F0-EB45F5A3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38F8777-64D0-47FF-B1E7-C8A8D9C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C33F057-4C51-4C17-B008-F3026E0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25DD1D8-D2EE-475F-9508-63DC3C11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E8884DE-FD6C-42B7-9DEE-D74B25C7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E664177-954E-46E8-ABF0-A2874D67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5559272-D6A2-4F05-B65C-803BF459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167318D-995B-481C-94EF-D0CC2CB2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7E48D8B-9232-4976-920C-C812B2D0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812E9E0-F125-4D54-A42B-5C4D00D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73E1222-5DD0-47AE-90D4-15E0C86C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73B54DB-6D6E-4E45-906E-879543D2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12F4B22-B2E9-4842-B663-21C75DE2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41F81E6-F752-4918-9D5E-F13FACF8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AEAFFA7-56CD-4343-9BD6-D1783BD2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28CF1F1-5DB2-4F38-8EA1-CE896D59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1061AB9-C162-42E4-91B2-9D3E82A8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A0E92C7-6ED2-4081-90A4-D6D40EE9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DCD4448-7B2C-47F0-9E9D-D7CF1404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4E936F0-AD0B-48BF-9AB5-FA8ADC27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2160BE5-6BC3-4264-AD81-CCEC3F70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249D774-22F5-4CE4-8323-68A889F9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83394A7-479A-43AE-8313-0BCAE3C4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4602584-EA6E-4F71-9B63-7B52F79A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56E93BD-02FA-413F-A7F5-B73913BD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26C7FF0-632B-4728-A9BE-2C3975F3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72F8A35-42B8-44FB-89E7-881CFF0C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A26A46B-5BAD-46C9-B68E-1CD2D3DD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313B9BA-5816-4FCD-83D7-3E3584BD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7387381-3375-4A02-88F8-DD171E47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C491600-6575-4CF7-B3B1-18E453C2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D885664-9C8A-494C-8D67-109093E3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19711AD-24DC-4CB9-8599-0BF171A9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119D817-5AF8-4A76-9AB8-132FE2D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D7B9F47-1178-499A-B1D0-69C67E30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36FFD9E-1A9C-4CCA-BED7-2EBCFEDA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73FEEDD-14F4-469A-A0B9-FA0D56C4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FDA3F28-9C9C-4BA5-946D-B90C190A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5DF3DDC-8F3E-4B4A-8338-B426E1A4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4419D45-8B34-4E54-8451-30A613D3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0E929F3-974E-4182-9E82-3F8AA05A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D6B4AED-F04D-434A-BB94-0E490183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39200E3-DB06-478C-8A56-8333A187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3EAE94F-6CF4-4375-BB1E-B27BCF87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C923776-9162-40CC-9AC6-72892EE0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A701160-3A07-4BBC-A4F1-64C16030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576FF07-B07E-4DB5-B6CB-35D71290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226C206-683E-4606-823F-C8ECB648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F98A1AC-0323-4A3B-B726-EAA8A5A1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E663795-842C-4339-9553-57C7D5D8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D95BF64-C8C2-48A8-A946-41E34B07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492D0C1-A9DE-4031-9987-078BD542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277FD32-98F5-4164-BB1E-D82FE791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C9D06C6-4CBA-4A77-B06B-24154B27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CB3BC3F-A5A2-4D9D-8AC0-C3AB1BF0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7BF50AF-BECD-4986-802F-B19CA30C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B8B204C-9BC0-45E2-A34A-91DCDDE3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9872EFA-7B73-49EE-95E8-985E11FC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5825784-9C11-4B72-A6BD-791F6A36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6495DAE-11E3-41D2-B97E-A5940D51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E7C3BC5-B756-4400-BE86-1BADBF94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BCB53C8-FAA8-4CE2-BFB5-76E06FCB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B0DF4F5-C9A0-4C2E-92D8-5D3336C5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46D600A-1271-47B6-9DCB-288F0C10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9A76E1F-BB24-4D1F-8508-D3F64466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BEF29DF-937F-4455-AE29-3775B8F7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B9A694C-7039-4F3A-9B65-EA97E490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35BB69A-F3A9-4F42-AD8D-60F97A22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EF22AD8-7FA1-4780-85CE-1C889571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D784000-02A5-4F1A-AB9E-A4F12FEC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5826026-1AEB-4383-B3E5-13FB216A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507A64F-73A8-41D1-A35C-57C7F87A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5DAC958-5F5C-4C7A-B67D-BB964CD8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B6E5E49-6A2C-4787-B8BD-8013F196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DCC27A5-DFD0-4295-ACFD-6FB96AB4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2435D813-2F3C-48ED-B06E-BB52DB42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E10BE10-C1E8-4482-81B7-3810EE9F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5F53788-54A5-4020-BE3E-65E473C4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E92AC60-E6A0-49C7-A8F3-EED9D04C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2D18006-EA58-4751-B2E0-D3E450F3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517773E-CB98-4824-B136-5A836A3B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77AB09E-C0C7-4ACA-9D62-F5D7651B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8F06BC76-3E96-46BD-A839-25495AFD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030ECF0-CBEC-40B9-9501-E1598555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D1F4101-5009-4D1A-BF1E-D746B889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DCF75BD-CAE5-46A7-9C38-8615C126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A241789-DBEC-4A43-B927-B58FD66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F05A53D-80AD-466C-8432-CF437C48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A283621-2525-45EF-B870-4269719C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CB227FE-2F2B-4317-B5FE-EDA72D3B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2B83EBA-E57D-4A11-82D5-F050B549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7E34322-533E-4B9C-9B73-A54CADFB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C04034F-E8C3-4F99-B1B5-F37E200F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05386BC-2E92-451B-BFA8-79A6AA20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97D0CFD-0BCC-4880-8489-F21D7A52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DA2FC7C6-78F2-46F7-944F-3398FC85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CE9F965-05B7-4AE6-A2FF-B001EC2E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99C5660-E3D1-4BFD-B328-40F2F8FD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35E5DFE-13C1-48F2-B752-B95EDBB5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CE59040-5ECC-4C60-8440-FED4D34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FA75365-CB2D-4F2B-88C8-A3C5A7B3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D050DD9-D0F3-4894-8AB3-6621A561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4B0BF17-4EFD-45A5-9FD1-F5AD562D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7DE8E8B-57C4-4C81-BF65-2DF83D8C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E5AC371-42DC-43B9-823D-C9AC5245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0BDCDE6-8F38-4455-A194-E6459551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14FA3CE-51F0-4CFA-8917-4BC97379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1329742-055F-4B6B-B106-156BD4CB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EF4A779-40B5-4925-8A98-57B380A4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2DCE11A-19B3-46E8-9A51-3EF77FE3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C7C5D7C-E91F-41BB-9989-E4CD58C6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DB9A245-1E4D-412E-884F-F6D9A47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BB13952-1A46-491F-9D3F-4697287F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54C2576-377B-4D47-BFD9-4EC6D083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B023B04-BC3B-49BA-8CB8-FD7D1EA4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E2AADC36-EC3C-41F6-8732-73B2C95D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B2FC151-3F61-4C58-9590-C6D8D57A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6D5551B-A71A-4520-8C3B-188F749A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F8BD5E2-BCC4-4648-9720-0E7D7A39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D222A1F-2873-4A82-9049-581C30F4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3F06AA5-E80A-41C7-B783-0484A5ED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B3315A09-FF25-4BE4-A09C-D978E205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D4E5C2E-BA46-469F-BC8B-8C27801F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2ED14DA-02F7-4B08-B292-67DC9A99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139D57B-C28C-4296-8411-70112665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CA50FD6-3BDB-4907-BCEF-59CC1610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3EE610C-6DDC-4749-930A-AF21313F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A7CCDCA-E742-414E-BE92-328B5BE0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132545C-2263-4746-8A72-65D44273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535ACBF-CD54-4709-BD02-18E73B25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057065A-608D-475B-91E6-96DDE166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F2708BC-DAC8-4406-BC44-8A03A633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A1122C93-C1D2-48E0-B44D-FA80CE7E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493709EC-CD7C-4BEA-82A0-7AC4B976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56803D3-E719-4954-867F-A52150EA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F633331-4B1E-4344-A2FE-AC7C2F56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9851BFF-A28D-4657-9D90-D05F9E51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2744B378-562E-4F8B-864E-78E186E2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DBCB89F-BC1F-4FA0-A403-CBCB6B8B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C0FFDF44-0721-4F85-A628-54ECCBDC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975F7352-31AB-4C14-9358-88CE573E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4ACC12F2-99A4-4273-BA4B-3F59B19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7949806D-7069-4906-AF6B-885D0E71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5A582CC-5EDB-496D-AC9F-773C6BCC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89219CE-F058-498C-8E33-ABE29CCB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325CADFE-CFED-4741-9C45-58A8F754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77579F5-9C11-4584-A538-897E723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7E86D37-2D7A-456D-8494-B3935275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D6EBDC9B-6839-441B-B94B-98D4C5E8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8A0237D-7D40-462A-B75E-33DA594C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438D2263-C0C2-41C0-A1E7-C76BE8E9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75CF23B-CBA8-4BA9-BD93-9E468AC4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ADDD80D5-F369-47A3-9A85-20C38F6E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20039AE-A918-413C-B10E-6B587C01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6D9B98D1-A17D-47EA-9E22-103742D4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BCCC29AC-708C-418A-8659-545DDD4D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CF90279C-CD86-4611-BDBE-3AFD6252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CB63A0A-045B-477E-9663-CF74C8F5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389031C4-BA56-4E86-8965-7F8E0046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FE018354-5386-47CE-B3A6-F1FE6ED3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E3E9346-D44D-4A9A-9381-916664F4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9517377-3EC7-4A6E-94DA-99978CEB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82599664-1B8E-430F-8845-462D1EDB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9119810-A28C-435B-B6F5-17F7CB18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581B6C3-CF72-4477-A154-5C574197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CE79AB3E-ADEC-4AAE-BC44-E3C6CC74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C38B6E8-389A-4C44-B5E5-276F50A2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CD6EE4E-2610-4315-8FE1-685D2427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50991D8B-FD10-4A1D-AF1D-7E2571B4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53CBE313-58C6-4724-96F0-5368AC5E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412AA6C-E382-4903-8EEA-905C4DF5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057A590D-574D-41F1-924A-7AAC639E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023FEC7D-D088-4D25-8568-B9A16217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E3E9DD76-51F0-45C5-A50B-C08E7FBA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738E65ED-5DF8-4BE1-BC12-1F6C2780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5553D099-EE7A-436A-8988-A9C1D901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8EFA8323-7E5B-4942-96F5-E66BEAC6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E6EAC766-FB85-48BB-B304-7CFA5942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9760928-FFA9-4764-A0FD-93CC7E3C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88B338B6-6D40-4694-9AE3-449A404C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271F90DD-7659-48F8-979F-435E1F6E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5A602890-B1DC-45CD-8FCA-05BE3FB3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314C3B14-8B9D-4821-BBF5-E9F146EE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760CAB75-4B10-42E7-8930-39E8421F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6F6F8C28-9C65-414E-A76D-F9C560E0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6FDD767-E843-4DD2-80AE-31F817A8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3D515080-94B3-4308-855F-F6E24927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FEAC1B71-91D5-468D-8AAA-E94F6217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5AA8FF0B-B1C2-4142-A231-BCDF4BC2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9123B5C-CC7B-4BFA-B128-B9F38053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BE60B623-495E-40C6-8F92-0C612D3D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81D97B32-4D1C-487F-B206-B6F181B9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F02C7BD-B30D-467A-AB68-23E64F12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666D831D-B77F-4AA4-BDBE-803095DB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9EC01CDB-64BC-4BA4-9811-7E21D6BC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244BE54-9390-4855-94C6-57AD98F8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BA56671F-0FD5-4C8C-91BF-AAD9EA60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8D16E2C-98CF-4C6E-B463-D948BF3B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8B2AFEE5-A8CE-41A8-8A4B-6149DEE8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8A5ADEA0-267C-418F-A272-CB46DFCF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E0DBF7EE-E2C9-4DBB-87E2-BA7A1F48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A4A4891C-BD3D-4DE3-BFD3-8E95BC08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4BAD3215-3F8C-4D18-A995-53272526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E27DC265-EBE5-45EB-8701-2DC2C629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09267365-BB1E-49DD-B647-4C660375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643D50F4-6FF5-4337-8D6E-13E2596B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3B67B383-D171-46B3-B4F5-D819024A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1136610E-39EB-4F33-921A-7885C8A2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ADDAC56E-A9F5-4FFD-A6DB-02BF01E0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9D31E3C8-D80C-4DA9-82C8-70387AD8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47DBB726-A624-4D85-A7CF-5202E070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E478DADF-A2A6-4953-8EE9-9A742456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2D619075-11EA-4FA8-8BF1-D3ACAAD2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AB77396-4599-48C2-8E47-86348FD1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7F087D21-2730-4CE8-9DF8-42A5F67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BCA17E42-1903-4429-988B-9B03BAB6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06379848-7898-4202-9024-B9A579FB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7FD119FE-219C-41CE-90DA-EEFBBFB7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7A7786D1-1197-4A75-9543-1042C481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4231C6D0-9C3B-4137-8A78-43B4739D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A3BB4970-D6C2-46E2-84D0-602B5B19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2D0D8744-9250-4DCD-B30C-CB4C7794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4A0C4DFE-D9F9-4D41-80E4-AAD572DE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5CD43052-EF15-43A4-888B-48C4F007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4C8B37D6-1FEB-4F4C-BBAF-E7F4285F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9D3DF9C5-289F-4B10-B525-E568A6B9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30782782-C58D-4D23-A963-6FAA9BB3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545A91B9-245C-42AD-B876-0688C0A7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55898FF3-79EB-4350-9E9E-17D62FEF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76B5D578-B601-4793-81DE-3E656D17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8A52EDA9-C856-4877-B504-88027C0E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4C4D93F8-FBEC-4B49-953A-5241496D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A89E1E9B-49E8-408C-9E6D-02A9CC24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6136F9E0-A92B-4F9A-94F7-821020CC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0991DC5F-7C61-4FAA-B8CB-FDBD64C5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6AC7C136-86C0-4B8F-938A-8B0C543D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99D74A24-38DB-4655-8D79-676B6CCA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65A9326B-2C1D-4040-A211-7B19923C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B1AE4DA-CE1D-4F1D-B288-565B858F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D126FC27-25C3-4FE7-AD7B-D4C09000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3EA233CE-5EE0-4C33-8700-4698356C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B6FE8DAB-C5CA-41E6-B12E-7A596CD2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909E6B6E-8EAA-4730-8353-F288881A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FA932DCF-8394-4AAE-91B9-11A11E48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93E675E-637F-42DE-AEBF-3365FB24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DEDE34B5-E92C-4BB9-8821-702934EC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F4B87461-38F0-4F34-B426-9E58A831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A61363BD-F66F-4425-8652-31800623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273EA20F-1455-49A9-8A4A-DF292069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4DC03EE3-8904-4455-B1AC-40212F88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1D8D2EEA-A094-4702-B075-DB680464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34A554A9-16A0-40DE-AD15-AE512067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C392D20F-B8A6-437E-B3B8-D2039F11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F12C0335-9355-4BEC-8515-00CFED1C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A34FBE29-5AFF-45E3-8F42-A406A224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5B99EFA-E3F7-4149-8997-251F509D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FB29BAB-CB41-455B-95C8-7361A80E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E2FE6231-6CAD-4CEB-86DB-556A710A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3B6C9431-E49D-4F0B-A731-726B7FE8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CEF821C-7106-4649-921A-6AD126FA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7BF243B0-A634-45CE-A108-8BE5170F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C9C50CF9-4B4F-4480-802C-5CB0D8B9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6DC60DC8-0519-4FE0-96C3-17B4EC4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AB6F6FF1-3AA5-443A-A0C4-60DECD64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96D97A32-09E3-4834-A3EA-9B5B722C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0757090C-F63D-44B0-836E-E6638A27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303E20D0-4F76-40C9-8C6B-838C7A07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36E21E17-2AB1-4829-B877-56EE0C09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F7FC3C28-108D-4A25-A5C4-D0102A03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4C2E99E0-1022-4B92-AAC6-C134C81E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7C77D3A3-85CB-4DF0-B0FA-8BAA5819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6F4F4BD4-D6BC-498B-9074-1ED2D9BC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21921939-2E9F-4878-A7DB-A369EA54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4863ED99-78C4-4560-8C1D-1EED9726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B119A6F5-ABC8-4A5B-8923-F61A0319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F8BC6B8E-7B47-468E-9215-9444FD2A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C0595C20-A31F-46AC-B8A4-5D1346C3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E18239B2-2AA5-4B23-9ED7-50473628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E7C741BE-F6AB-48D0-AEB9-A35491AC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C7DB6952-2073-40A9-A730-C01AC197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B8311EE5-B0E2-4A44-94B4-4895BA81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3A65F134-445D-4C65-BBF2-BF432769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EC7305D9-5980-45A4-8679-3BBAC6FC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8DBB66BF-737C-4A6E-860E-E6F48BB7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BBDBA188-D49A-43B8-BD73-F7843785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793B9334-7FCD-466A-876E-66414532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B251E762-4D47-413A-A97F-4DBA55DD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5C9B759D-DB1B-4FFD-86A6-91A27598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25D7D47D-4F64-478F-9129-077AFF81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83F6040A-A864-467F-AB76-D5F45DB7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C0F38250-288F-4654-AA4D-1AC07086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91CCB8CE-B4F7-4E52-8061-BC980967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D824CCC8-D0A9-4EA5-A8F4-29A420F5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FD1D66DF-D5F3-4E58-B3A8-F5BBD83F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AC915FA2-A38E-4117-AB15-EA1D985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52ADDB2C-87DD-4B8E-B4EE-B4C2AB35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792468AB-F449-455E-B589-ECDBA233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574F0DB7-1D5E-42ED-8567-B600971E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772C11C2-9873-4FE8-BC85-06B2064D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4866B33F-AE0B-4B86-9F06-CA7F8F21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42510736-6547-419E-96CF-6D6217F4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A2DC04B3-E125-4B6F-B494-0F0B4E77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6EFBE309-5948-4B1D-B502-D677BB87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81E6C722-28D0-4FC3-A32B-6CE1EA71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2E9066F1-4F44-45CC-BA66-FD867B4F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AEA20597-FB43-4E2D-9BAD-C2CD6EA7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60C1D610-F557-4791-BB6E-CCFCC8E5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440D0AE4-0E25-4429-A082-7AD65B68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5186D028-20A1-4F57-858B-3B069AC9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7602822E-325A-4995-87E1-D932D63A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62AD147B-A0EA-412C-8037-AF5C6ED7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F92B0C16-F7C1-463C-9C0E-38998C45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FDA1D2F8-25B5-403A-8763-BEB412FD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937F783B-513D-4066-9645-5DCC1EDC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45685D61-2F68-45B1-B5C3-59CFD360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7C735600-F209-4C6C-A2EA-354EBB1D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926B013E-915A-47CC-87A6-588B42A2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0CBF9114-E0DD-48E2-B71B-2DC8257D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D52D6311-E4BE-4277-ADAE-A9D01CBE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781EF256-67AA-421E-BAC1-DE63D1C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5D0663DE-5F9A-47DA-A70C-4E95DE50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C97D1AB9-7CDD-4BFA-A920-70D4DFC9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30CBB4DE-F855-4F06-85D0-C9AAF448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640AC95C-3F82-495A-B77D-EF50E0E5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72EC25D6-DC3D-4A2D-8421-F3890C99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638803BA-BB4F-414D-A5B8-7661DB8A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5EC984CE-4F12-4EF6-9647-9BD7A9D2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6385F422-A8C6-4AE4-8F1F-7F667390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D5C8F379-ADA1-4965-98DB-996BE16B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69D747B7-3DED-4D64-8B18-026F2A48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F4BB07FD-FFE2-4FC9-880D-B337BD1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B0F4D610-817B-40DB-9324-3393E42E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80D510EA-54C6-4038-9804-E963B4CF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3143D1E7-4412-4544-8F38-98FE8737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516A8F5B-452B-4943-8763-3586700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97B3F24A-EED0-4580-9F4B-E2CB6CAB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946B138B-EE05-426E-817B-E81CF6F5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98AB861F-44F0-4811-88B4-46E37D2D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6B011880-7447-4539-A918-25CC8489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2A05760C-258E-45DE-9F28-7DFF52FA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C1B6226C-4279-4053-9B17-B4A8B456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DE99BBA9-28D3-4EC8-95D5-D16DC698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E7A2080-C51A-4C77-BC6D-7493C52C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73625384-910B-49C4-B2FB-4FC74032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1769915A-88BA-4F58-92BE-A02212DC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AAB8873A-C3F5-4706-B281-CBF4A8B1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E2050899-0698-4135-B606-1052B325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51BA9B74-2CBF-4F31-9922-84FFE0EC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62F629A9-8521-492F-9213-538CA23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27EDE6F8-3286-4DB5-97F7-9C8DC71A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B3E19701-36BC-455F-BEBD-D69B72F9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B68C85B0-C7CD-4D79-A119-FB59B191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3701F21B-5829-4E14-9B08-EC1BD4FB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2E5BAF91-1D24-40DD-B6B5-B7A4E54F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785E9F0E-347A-40F5-A41D-F6C2A168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ED1CDF58-938D-4F35-9DEF-73617214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40A56810-3EFB-4863-8AE4-6D2AE7DE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4977D942-9763-4A39-97A5-5B8597F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59DAECEF-609D-4388-A390-65C3EA09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6F79CF01-73FA-4A5F-B9EE-E7C121F4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25860C54-57B6-4A45-A6ED-6AA493BC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4C0529B7-A957-482F-B0CE-52634F5A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87F8294B-4065-4385-8F19-CEFEC96E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1C35A66B-2BC8-44C7-BB2B-15983977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F8B2BA6B-A995-46F7-B499-D34D36AB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1D8CBA28-7E8C-4616-A793-C5F88996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32C1972B-3E31-4A23-BEEB-F36C597E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5939E10E-5E34-4E4B-892B-A8F1B6BF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661DE3A1-6FE5-4CCD-A53C-8A10B7DB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1A59AFB8-CA74-470B-AD5E-97FF4909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0711B512-95E2-43C0-9005-DB106E08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7AAFE781-C780-4D97-B2C8-D0337392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45EE18F9-F589-4686-B6A8-204F5EC4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2CD18830-80F7-40AA-B44C-32D5BD27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61604BAB-A70F-47EC-B36B-7452928C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4971C879-8001-4D31-8816-E00C6168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E8AE8E58-F604-41C1-A3CF-2BA909CA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D733A015-2C0B-44FA-9C8F-84E192AB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CB6CE5D0-3EDF-4617-9458-1069B849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702627ED-CBAE-4C74-ABC1-372478B2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3F8D9807-8B5C-4EFE-AD00-8D42B20D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A068077E-30FF-4646-ADE7-E927FCF9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2117DAEE-5CB8-4D8D-8B51-DFF04697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4CEF46C7-F510-43E3-89E3-B6219F60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44CFC75B-2BED-404F-8720-5FE80F9C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C7C748DC-20E9-4448-87D3-32CB2DBA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E80C93B0-61D9-4B88-84E1-838F7969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1F7FAAFF-1AB9-4AE8-878B-8CFC0B27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6AE34815-98F5-43A4-9217-41B73015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1A9A2B61-3866-4993-ADF0-BCA9E735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13414297-6D0C-43A3-A580-9B4306B5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B2BADE0A-327C-4D5E-B3BC-39D8D2D5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EAA34C19-9C15-4AB2-A4E5-F01B2F1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BC972AEB-FEC2-4BDF-8AA6-96FBD1B0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33615AFE-102A-4595-ADC0-B4E5A309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61BD91F3-CF98-4CB0-B4E3-4183D799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4F4D8D9F-C42A-43FF-AC7C-A4A3B4AA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BB3926D0-227D-4D95-9C56-7BF1B6E3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4A95FB0C-17D2-4447-9494-45DD1EAF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82452B81-23FC-4F71-A123-347C7942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B550B963-C651-4BF9-9FE2-C4EEB8B5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D8CBFAA3-9435-4A2C-9066-797D8C21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889305F8-3B5F-4428-8CC9-4B4249B9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5B7D9EE1-7695-47C8-81E0-814A275B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A356250D-2440-42BF-9047-C86A4299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85DD5B42-D1A3-4119-8E07-1E15DFD0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2CC17DAC-3A88-4304-8ED2-5E8ABC46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71177AFF-6C62-4733-B635-19FF2305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7A127A09-DCE1-4A0D-A4B0-1978CFE0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1CADE8B-7872-4CA7-A76F-DF076C37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03BC343-E28A-4203-8984-C95EB1B9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550770D-3744-46E5-B932-13C90767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E20B865-AA35-4BC0-BA3F-33A7E575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FEECBEE-62F2-4F52-94A0-2F250CE9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003F8C9-9987-4E97-A1A0-7F4E9921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90CEF86-9DB2-48FB-AE63-6A9DAD4A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E26E0FB9-94B9-415F-893F-25DD05F4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75F190F-5534-4E54-BDD3-DF6C3BD8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C21EE190-25FF-4C99-A118-40064C49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214B513-4270-4070-BF0B-847EBEE4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2E04F2C-2325-4048-A17D-C053157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82F20BA-AE7A-4DF1-8163-F1357922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DAE1AC9-E871-4F91-9FEE-8C304ABD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D07CA00-0BE6-498F-B29C-C4BE33FD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D986B01-89FE-4A6D-828A-C8D365E0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C7A391D-26B4-46D6-A506-B10FBFEA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81EA1C3-38B6-4E8C-B140-6BDFC947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42C96650-7BD6-49F2-9FE5-4E0319B0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B332F2AE-D21E-4E14-9AE2-BB61115A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1E12E167-9870-4F77-BCEF-18CFD160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A0D8556F-CFA1-4A97-9F5D-2C3E4D72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90C0D9D7-8BD6-4EAD-BAEB-05C94FA8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4E7224DD-E6F8-4CDB-A4D1-86365B88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23F1344C-C223-47AA-B85C-37646A53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399ABA79-1FB8-4675-A874-5E2DA19E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F64D926E-0B67-4488-AA0E-C85FDE5B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877371DA-7A8D-4DBA-BB75-60D11DE7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63D64D3F-3922-4EB7-8DCB-8AE9606F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E3F2E6F3-8A34-4DE3-A611-A6DDA15A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3B7BFEBC-9310-4989-9A9A-026F3400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5BCCDC1E-06C9-42E7-929C-D524C157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2ED99CC3-AC6C-48BC-ACE0-8D3A087B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14106D9E-63F5-45B0-8FD8-5E42D0E1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C5C7C0D2-9826-4A01-8585-82921E30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59D0FB4E-64D5-47B5-9C57-62096AF0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76A030C-A443-417E-9EAE-41CBBAA8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373913BC-EE62-45B9-B263-066A3B5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62852FA-A963-4930-B753-B6158D1C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CCDD612B-0D07-49CD-91FF-46F2D43A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DB56EDC5-CF5E-4CF8-B454-15BEF338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E483D721-8BE0-4DA8-911B-C32A40D5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BD055241-6E06-4170-B9B3-F7E63C3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66B128F-E074-4E0A-8C0B-8D89B9A9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8711FCCA-A72B-438E-A196-24D6496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7C80F38C-B30A-46BE-AF19-B741240C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D7421710-D653-489C-B656-FEBD6366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8EA70283-C874-4857-AD04-437CD589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1F112156-E9F5-4FD0-AC49-3009938C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80C2B34B-C855-4E58-BE5F-282F0A9B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7801C7C0-65D5-49DA-B780-CB432939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FE399A5C-A741-45C6-96D7-1559BC16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5E655505-6BEF-4E54-8404-8E8E62A7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90E7D7F9-8FB5-44BB-90F5-ACCC16B0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11BA64C9-99BC-4379-94BB-A02AF9C5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342C292F-7216-43D4-85BD-15FE9F4E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2272D5A3-3780-403A-901E-16FFBF66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722A3DDC-D424-4629-B2A7-8888D02A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A19806B7-5B15-4696-A3DB-1313ECCC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6A241FD6-74B5-4A14-B892-20B612CF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75DF0B8E-B766-4BFB-B901-7D839AE4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FDC8B84B-BD26-42D3-BECE-38A8FF6B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6A22565F-0ED2-40F1-9B36-72AA6FA5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11EC1B8C-3363-4799-B4E5-742DDE31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FBB62778-EC24-447A-A5B6-37C3ADD4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D643E6EC-139E-4DCC-B76F-98B4D0DF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9FA379F3-4B36-4544-A2C4-0464C0C6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A4604EB0-F4A6-4DDF-AACC-E6C8344C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AF6F89C8-AD91-4DB3-B498-8F98371D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C6117A01-FA53-44DF-B0E6-810B80C9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E28638F1-DD8E-46F3-A3FC-63B2726B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80DCACDC-381C-4047-A214-45EFB925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9A3FAE8C-AAC7-4A5F-B1A8-09A6F785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E5506EB6-914E-4B73-B7AA-D8BA5D82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2B6B6313-021E-4B68-90E2-152A21D6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262BE5F1-228C-4B65-9119-4F7A4D0C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89E25AEE-DF68-4814-BDA0-4ED51410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09DE92D8-BB95-4B5C-A056-F343FC5E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3FEC191A-B3C8-438B-9BC6-FA00AFE5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AF7CF919-3A1A-4D66-B4F3-112BFF50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E63035BB-1165-4253-81D6-1F4CF5F2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7D65B282-BF5A-4808-8FD9-1C7F4C10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D05E61DB-9F96-489A-9F4C-AA4DE169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EAD985C8-20C9-4CF6-9095-47B9BD85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97BFDB97-3DB2-4D56-A7B1-C672B614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4A8E9765-1650-411C-8D64-E287CD65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E571EDA5-E582-4989-B437-EDAA8B98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AAD610C0-7FC3-4D96-9BD7-2DC1655E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5CFB031D-457E-45BA-9D73-073A9783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0B5141AF-805D-474B-825E-C86AF7C5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C8070A77-CEC6-4B5E-A1FC-C3B40BA0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A8A6C251-222C-4BE1-AFC1-5D9C8E6E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2975074C-C126-46D5-9679-17AD9455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E87FEC20-97B5-431D-8DD9-E4F0FCC7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B8E3AAA9-48C5-4E9E-90B3-05226CEC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631CDF6B-67A8-4C54-AE82-66733D7A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44733735-F441-46DD-89BC-59D66B7E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6F819C4C-538D-4AB9-A028-7C24C3F0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EECC9CD9-6279-4E35-ABD4-0B1051BA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17946239-C100-4E03-A4C6-E03AC9FC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B6AA12A2-3412-4118-BFD9-36BD4E86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EF56BD2E-F93A-483C-884C-87283801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76C120A3-89D2-4E0C-9061-C5C140F6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B813ACCD-1F7E-4BE7-8C25-8ADC0BAC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00DE6041-F744-4F5A-9056-906C888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C7FCC71B-EF23-4C91-A145-02F1B827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E6D2CF52-750B-4B24-AC79-3B9B9A5C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CF08A89B-4813-419F-BDD5-DB0C259F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B386F33F-4567-4AB1-B7DA-8D388260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34B5B63E-F128-426F-8B62-7FB5B3AE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B1D78289-EC22-475B-A012-C76EC472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C2FB7856-CB48-4CBF-8477-E96BC2D5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2F9246BC-C0F1-4043-A485-96F5026E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25E2DFB5-8E4A-437F-AC92-3BAE293C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93FC2382-E8B5-4BE8-BD18-AED46CFD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97A9C976-D0C5-4BD4-9ABA-78B60011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539332C1-0998-4959-912F-290B232D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B0DB3A4C-D57D-46CF-9F12-8D201597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F1896A86-2EE4-4A59-BFA1-2DC4F881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146AA637-6068-4176-9657-5A479809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5E6543AE-B3FF-42CD-8A63-8CA6DC6E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4682440B-D18E-4F8F-A3D1-2C81443D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CC81D9DE-601A-421F-A3CD-D50F5281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9B3DDE19-F84F-4081-8928-319E17D6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94CC17B2-77DA-42A5-A8ED-215D1479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7412166B-005B-4841-B635-B038D3B7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4E8F22B8-6744-4C8A-8F7B-847D3843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6400F0EA-9725-40EF-AA6E-A36D8504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6B2C6FA5-D960-4C1C-B3BC-011CD959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0533EC1D-CB2E-451C-BE62-4CD8431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92F53C9D-91CA-4447-A05D-565E041B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23A53CC2-3977-48D3-BC08-6BC38746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9F08C079-3DE3-4ADC-AD98-F90AF3C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134D95A6-9F4B-4773-94E8-EE4A08F4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5FA5CB87-95F4-42BF-82D7-CDEDF2EC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A6D416C9-4D0D-415F-900B-5FC8D7AB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EFBB9245-599D-460C-B168-977E5DD0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6468CB18-C367-4D58-B3B0-02CF9320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9DB585DA-965D-4361-9A42-6632D7A5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B3824D00-C539-4E78-9BFD-F2398AF8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D1E73591-264A-4FCB-8CFA-86F9AE3C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78D3C337-BB82-4605-B1C3-4FE5F899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6F5DEC5A-97CC-4F6B-85C0-4E463F82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AFC0297A-099B-413C-B397-FF8F9541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500C0FE0-C55E-41A9-83DE-57B4AE86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BB5633DF-07E5-4EBF-AF31-519042BF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9564F9D5-BA56-44A9-83F1-FD6F5829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C96ACA1F-2771-4FA3-A60C-61D7F174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7DEE6ECD-DE5C-487A-A029-F5173940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E56982A2-55CE-40E4-A65B-F62DEAD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D0C4073D-EC37-416A-9625-DF185BFC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F65417B5-54AF-4929-80A6-8D747A5E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6E89F724-9CB3-41D3-8689-49443D84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5D6471E7-2CAA-44EE-92DE-B0ABEA83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C5D7C413-6532-4EB5-8448-DB8FC9C5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2B9AE60B-03FB-450B-BBE5-02DFE262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AD40514B-DA95-441D-B7E8-DDCC1196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7A1EAEDC-5C0B-4C17-BF21-2957D283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2F8C1FA8-775D-4797-BB27-144109DA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0E59FCAF-66BB-4056-A852-E5AD1C6C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B48B1CC7-45FC-486F-9595-F96DEFD5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8CC8276E-C8C0-460B-9154-AB0C5A71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D5ABC570-83A6-4E33-9769-4E2A0EFB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A4600ED6-EF63-4820-8475-E472CFB3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5CBF1500-69F7-4CB0-8284-B79D8AD8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72F15361-BD0E-41BB-A42E-5DF9673B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BAB32D57-DD7B-4300-85D6-705D73D8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9FBECE5C-A439-4040-8E31-E3B8384D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FF43367C-7376-4319-8C5F-DAA25B27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B01ACC65-8C6B-493A-9778-49AA8616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293B220D-9ED6-4338-A237-E6242C0D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FC1803A8-5F95-4618-95CC-A6CDC329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5DE7D9A6-76A0-4DA9-874B-807BF8B9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47C001FE-C67C-4984-AED4-59677FF0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5D73BD9D-48C4-43C2-B504-0C777754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05D8CC15-D30F-44A6-83DE-E1F78E12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703D9E73-F655-47BE-A08D-C8A7FD9C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9F88F3B1-9D71-49BD-8BAC-14E34F7C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D89D1274-8442-4A65-83D7-C28F9ACB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79B3AF58-51A0-4743-9B9A-4B38A14F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A9AEF174-C2F7-4593-AF99-2BDA6618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55458D23-253B-4E44-9BBB-D8528184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4371E86F-9E6F-47E3-BF07-2C48DC07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E147B424-1E96-4C7A-93AA-9030C335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751B0F40-7D33-487C-B653-A8526B48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02AC856E-E57C-4FDF-BC1E-0B460D20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FF5A4DD8-F2D5-4230-93D5-A46E46E6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F1B7BE69-E282-4DB7-8F67-5EE61705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12EF6A6D-CB06-4078-BE97-A93D6D29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3DB943F5-EF1D-4065-97E4-E47EC63D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403EE509-FE8D-42ED-B5A0-ACBA757B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8ADA942B-A0FE-4E8F-B1EE-34E68431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EA758D72-057F-4391-A64E-CE08E4E4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AFF524EA-0DF0-466C-A3A9-A39BB229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E6C8BB52-A2ED-4048-B711-AE1AA635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A4E15C3E-9B61-4303-9F10-CC7939ED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F4AEBD66-7B43-45E6-84D5-0E1864F5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9163A3FF-D53F-41CF-BA3E-1E6663BB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1656219F-4152-46A9-BD38-3F6A64FA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E6C3ADDA-DDD5-45E3-B800-0C16408D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0C229526-F681-46FD-9258-30A3CCF5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2C7097C5-ECD8-4D00-A9CD-CBDC8B9D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C86A8ABC-CFD0-40E9-A603-DC575087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D19BAB0D-42E4-42FE-BF0B-FD64AEE4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6F5D8AEA-5A15-4DE9-9B44-C7C00B4A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68097F35-A912-4744-94BF-2FB148BC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4D10377D-EAE1-4615-9BE4-8EF5DD3B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71497DCB-D04F-4805-A2E5-901A6552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1C4655D0-30F0-44C7-BB62-859B45A9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D2E63E4D-6F80-4AD2-8DDB-E41012A8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C9910312-961E-4AFB-82CC-8A1D4F01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7F168BA0-01B0-4680-B840-77156670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EE9AAA93-117C-4BCF-8737-48085BA3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B2D9316B-3446-47FE-A43E-9DD4EAD0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EBD67092-71F6-4A56-9B94-2DD76D63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A2F55790-E517-43B5-8FAD-2D92C9E0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B4B41467-504B-4E10-9F2E-8B182712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5E1C6F78-7DBF-4742-8CE0-59D9663D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90170730-4312-402C-A544-5B917DDA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4066CF5B-0CF9-44CC-AEA4-EAE198DD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7E0B8011-48FA-41D6-8974-B0DFB41D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737E3B83-EB01-4217-A3DE-EB532484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264C800C-1999-4AE2-8943-B9372A94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8AC74951-29F5-4A70-BA1F-FA4D4FDF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146692F1-6562-40EB-A8CB-C4847BDA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0E246F3D-9C1B-4126-8CFB-2C6AEF15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E7B355DE-0D91-4B17-AC0C-23561F9B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6A86D18B-6AD4-42A7-B35B-5F9ABD63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4FBC6CA9-7114-4B70-ACAB-3072BACF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EDD50573-BA1C-4A8F-B98F-960769D1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1F42DD25-F5C8-4426-8AD8-B7CB50E1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B254D12C-AACB-4C61-89DD-24A746DE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69556ACB-5EFE-46CB-89B2-1B2340A2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DA80EAE8-BC6A-4551-989D-37E8D36C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0DF2EE1A-4254-470B-BE80-09205284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D7DE2DFC-8FFB-4AED-AB9F-75EE17E8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12BE2BCE-3456-43EC-9295-4B31641C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87AC5B1F-AD57-4080-A8B4-4B135C57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E840849E-4ED7-43AA-B9C0-89301A78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8C8D7D94-ABFF-4F5A-851A-17B897C3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9236A7D3-3E2E-4955-999D-27C98890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6CF879A7-CCCA-4743-86A8-BE79B2C2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8B7ADBCC-CC09-4A4A-B40D-1B5A35C9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4DC58E3B-CB08-4349-A469-7A9D0485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5F4EB3CA-260D-4164-8285-70C80728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D5A9A7BD-5F65-420C-8D59-0B62742C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531A4C4A-4419-4591-AC7D-8B44177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D1DBFEA1-2DA7-46A3-8D19-E2EBC2B6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31137D21-1C28-4D08-BEC9-03AE343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3BA7F877-F960-4EEE-A223-20F4835D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4ACA81FC-6750-4390-B305-486AC678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DF396F60-0369-4449-B87E-E1D05B1D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3917933F-F0FD-434E-B90C-AD6404A1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93D9B797-CA79-42CB-B067-6BC8E653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763F0746-0FE1-494A-8A8C-08D32676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3209C3AC-01C3-44DD-9EBA-923C6F3A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F6B8ACF5-C21A-4159-909E-F0745038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175276A4-3E70-49AB-AE6A-EC885CC5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6D3785CF-1047-490B-94AB-C2D813B2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68883A28-8A16-4CC2-AC5E-ADB458AB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3B8A830C-ED12-4B0F-B369-6421FB06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948EF3B7-218E-473C-8F12-3F9F7D5C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50CF841E-8A61-49F7-A045-66200064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40DFAA01-357B-47DB-8B52-85F79E02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C2DBC9F6-DA7F-47A0-8181-A0A36F3C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34E32815-67A0-44F2-B7AE-C81D2024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1B724B51-6839-4EA6-9420-966FE53E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0B2A727B-7867-4782-A99E-3AB7DED8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07389CC8-4371-4658-A80D-30C43232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D826CA1E-E516-4540-9984-78402C73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A3B8223A-D701-4475-A195-1542A97B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2166F207-4AC3-4CE3-B6D8-A86B8238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B31E65B9-6D0D-43E6-B677-E5135647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3ECC5E53-ED26-47D5-80F6-0603F01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4F128E1D-530D-4684-B7D1-9690C08A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9FE200C1-2161-4F93-B73F-3DDA5DE2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618B0C31-246F-46A3-867C-522D06FE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063A7633-832E-40B5-A3AA-B526EC7E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8FE4DC29-8630-418C-9039-F949BEB6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C685AB41-18DA-4249-B409-918CA9A3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DE5C195F-3778-4633-94A1-A4855A6F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D894FE4E-7649-448F-889D-6C228089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3121C252-0EB4-405B-9487-85049ADD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4EDC8F12-ECA8-4AB9-A815-DBDC4D09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B0F1019E-2782-43E7-94BC-B663D35E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83B13C07-9C12-4B9B-BE64-B140A776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2B5CC325-913F-42D3-8CD2-4C47EC75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72C68527-9909-40C4-AFB2-44A7533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BEBD8B16-47DB-4993-B616-20A1D486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0CE8F481-0568-4D3D-BA5F-F7681967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8CA60578-9940-427E-9B9E-11BEC30F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E8BB4DEF-B186-4FC7-BB18-D96048F5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84238409-58FE-4FDD-A3D1-623FBF37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462EC5C4-CFAC-48B2-AE3D-150EADF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9993AE5C-834B-4BEC-A664-30FCC8C1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D8F95F02-44AF-4775-AFDF-FBF18382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C20BE200-AD0E-413D-989F-105CDB9E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FAA49320-E202-48EF-9CE0-6076AEED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BECFD411-898D-4F23-A8A4-35C70C91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BDE608EA-026F-4104-830E-421BA620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D4CDB858-AC3C-4BA7-B928-CA8D5344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A1B36000-9FEC-4ACA-B2FD-608CC19A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51833BED-1D53-409F-8555-1535230D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86658C04-D301-4906-8ADD-7C941314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F2666DE8-B990-4F9D-A8DF-EC641A7D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3FF21201-A7E9-43AD-94EE-A0C0E6A7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CAC6C150-F82D-4B3E-BE03-3BB2628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EC9ADB22-999C-4391-86DF-905CD793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CF73C867-4A7F-4952-A158-FBA43711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5AFC1A9D-C37A-4069-9C57-4295EAB1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A40952F5-9CFA-43CD-BB61-3197E414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F04E3EB6-C42E-4B93-A84B-E88C7CE8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B1D3B2B1-D908-4995-803E-DC0E2C3C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CFEEB351-58C7-44A0-8BAD-326D373B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B924A041-C078-48DC-9F82-4AD0EBF3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0A49ED4D-827F-4CAA-8EF9-CFB9EC8C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56337D63-FDFD-4FF6-A9F9-A8022002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5D48FD53-BCA6-45E2-8D80-252E5756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3FF3D967-2097-4985-887C-1D33954E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060D8A5B-AE80-4490-81B6-5C8781E2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C1712D38-0C9F-4BA0-9FCE-A092FA27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98AC8949-75A8-40A0-9714-2C72BD8E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59BAD214-FB96-40C9-B0F3-5AA0E879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BA429876-1563-4F12-BCFC-572939CF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40D4261C-604D-462C-A25E-DB19E8C0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65C6F2BE-BEB2-4AD1-9757-169D5AF5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CFBEA04B-19D0-4BAD-8315-C0B901D9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46720389-35FF-45BE-BCAE-50453FB8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9E56883C-D804-4E4B-ADCC-19017DF9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C65D0367-AEE3-42BA-8726-2C2A7E13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26F14231-C255-4403-A5E5-D9079B0A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B35E0231-DC42-44B2-BFEF-96659B15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14995766-DAC6-4141-8B40-1FF8618A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210DFC84-EF6F-4864-BC71-BDF0D7B6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1482573C-C45B-4318-A221-6AC9807B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4885B271-BD1F-4CE2-BFCC-C8AE1E7A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F2158C0A-377A-4601-9990-9A6E5F77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CD8AFFD5-3F92-48B3-A701-F7978F27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28DD95EE-9A8B-4FC5-9936-0B934897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24D8EE5B-4556-4113-AC87-3E99D917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624E0D09-64C3-45DA-9DEE-C31E8E78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B0611A95-C13E-4C46-8F7E-996134F8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D2EAEB32-2C53-4614-93C0-C4A6EA37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C750AB4C-BDC1-43B6-90A4-B9D6EEFA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03437CB4-49D4-43E0-9AB8-B3CC7001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5076E9D7-B755-4368-A701-CE0BC136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5C916C66-2F3E-4665-B847-475D229F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4A0D6019-23CE-4571-853B-5CC74578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BE3ACFDB-BCA5-4F73-9B93-F1DC2D54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015F2AF9-5306-422E-B8D9-CFAD1F10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F16F7495-64CD-4CDC-B024-B5886847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5D9A2088-362E-44A4-89F7-A845D44C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E8BE34E3-CE14-41A9-87D1-06A2F2C6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D4E6DB3C-7D84-419F-AE1A-A0909600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9595B9C1-A78C-41DC-9A7F-DFAB0AC3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83CC4F61-E278-4466-AA56-B0E7919F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B03F6D8B-8CC8-4E94-B106-63AC2E10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1E9226EF-20B3-4146-B048-7E457730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F0F36C46-C3C6-449C-A047-244E7392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5189EB49-BEFC-4B20-AB22-841EE9D9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93DEE8BD-A7FD-4EB1-82D5-DD1590C5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E4D123E7-06E8-4097-A98F-BBF52A2C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0CE0D0E7-F7DA-4C28-848E-B3AC8732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57C36387-6552-4BDE-893A-DD5671F9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14F7C50B-44BF-424D-A71A-CA53BEFF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B84A55C4-6F73-4F56-9D57-8308A272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7994614D-2E68-41D0-BE9E-2815B15C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09921EA3-5762-4C04-9610-86B08F36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A819BF9D-BA01-483D-A5BA-720270D9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A37D353E-FBA4-4E13-B5CA-45B4667B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86B1109C-9968-4C6B-A313-91E639D1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89162017-F110-421D-A954-ABDC839B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71F7F400-A41E-45A9-AB64-2BF78FA3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D5189E44-D3BA-45C0-8EBF-9168D831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67AF118B-8AF4-48AB-8739-949D1953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F00FFEA3-AC9F-4E00-A1E2-A6B53733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3FEF2E62-90D1-455B-879B-2E90BDAB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9A12BFD2-3771-4FDA-899C-FF643DED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A0C3F75F-B950-45C4-86D0-01ABCDC0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A5F778AB-2ADF-4082-9FFA-113ADC13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79832DDC-BBD1-44D8-A3E3-2EB0CB85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6D9B2F58-684E-4A38-A0AF-18AF495A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84B2FD33-E518-4AA9-B9C1-9297719E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7D436765-92FC-4F6B-8966-46743E76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4202975F-FD97-4DEB-9BF4-6579985F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A181FD82-CA74-47FA-B865-A42A0E5A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B2539AB7-0DB2-4618-AF26-9EB7D8D8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5CA2CE9A-1EDF-4197-B016-DA5A5BFC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D7AA3347-519F-4826-842C-7F796E55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F6C1A6E8-D860-420B-90F5-BCDCEE91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2D62843C-0182-41FB-8341-19E52536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9F6632C0-363A-4020-8677-E5411C72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86CD629E-4F43-497A-9D6B-627A543C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5E1DCDEE-3DB3-450D-8619-A8A91DF1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31B5DABA-7317-45C5-ACD0-DB1BD39D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F60763E2-0402-4C2D-B451-0BC507C1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171D82D1-DD60-4F8A-B83D-D1B7A2D1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411CFC54-E8FB-4BC3-90F1-223919EE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F911A6BF-7E4F-4C51-91FB-F1C0FD0D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471F44BE-7D39-4674-B451-672A6B1F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31D30D7D-BC40-45CB-9EDE-187DBEF4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BF65E54E-4F7E-4577-974A-E43A494B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BFF2FE6F-D389-4F1D-A170-33D1FC28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8D8FFC07-D45B-4080-802F-3FEA7F01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31237943-2676-4F28-91B4-6A1D925A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7C3BC0A6-04F7-4810-8AE9-951A124A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6E5EF8B0-E3A6-4933-A114-350FEB85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42AA8315-3C3C-4011-B008-2E83253E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ED2FFEC2-2A32-4F05-8ADE-BD583C88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8D749037-C6D9-4900-B095-12302870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54E5F816-D6E7-48D7-A42A-148E6016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33F24D04-EEA8-4236-9797-B80635D3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27A0BBDE-16CE-43E2-9022-2CD5C314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D676756A-E8FC-4EA3-9C68-8F03340B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9E93072C-712C-4AAC-9B51-241A37B5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EA7FC98C-CA6A-4825-8114-AF4C92B4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BFEA5FD8-8CC4-4E8B-87B0-12D02228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6768C012-DEDC-4DBB-B207-0CB8A082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6D56D626-8713-4F4D-A837-F7D52649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C0DCEC6D-81FC-498F-9C75-A2D0E81C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791B37D3-ECD6-4C1D-A260-02EC9C2B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A4BFE347-4DD5-4005-B54B-7A02667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F177A267-A081-46A2-95CA-EAB6DBA7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76063573-B155-40FB-A755-1ECD1856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4FC93D88-2595-4C33-8C79-1CA9002B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DDB73592-2C39-4B09-85CB-4E623C11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D87CAB5E-FE69-4B2D-ABE0-8ECD38F0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8EBB90A2-1DA4-4A45-932A-D4CE026B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AE33ECBD-8956-4FCE-869F-36714847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DC54C3AB-9B9E-4E85-BE45-CDBD0538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E6C93FA3-38FB-4F89-946F-E8C76238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1223D6FD-5712-44A4-81C6-B7CD2C53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866CE127-E04D-4E0A-95E4-8CD4BC4D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C633194E-1DAA-4FCD-B58E-094A9D42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372FFCD9-377F-4529-BC74-A931DDF8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BD64C157-DEAD-4ED5-B806-3A99CA36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45AA43A0-E796-40CA-A49D-98EF7371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AE263B59-1B93-410A-AD4D-AA97A573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D9F0025E-465D-46FB-B760-F3EBC88F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D28B7BAF-107A-4A39-9E19-CBB1E79F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AD51681C-5C82-4A29-9D16-87E1858E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97F744D5-111B-4F9D-9718-367CAD44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0E4BDD6B-F51D-4C94-927B-7C31F09C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7B4DDA34-F65E-46F8-A940-17183571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E175ADF1-ED34-4DE1-86D8-2B74DC8A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349CF6FF-3B8F-433D-9236-0F2D019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EFD711F1-F817-4A98-8CFB-9746E1F9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899A22CE-7420-4A97-AD90-E5865A81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1CD6958E-4DFD-4172-AA4C-BF6CC169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B1CEA370-FA1B-4EA2-AD28-03009585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C3365D37-E0E8-4452-B9A5-37688F7A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646F2530-9CB3-475C-AB03-2D87B663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79A87E72-FD4F-4BAD-A3A0-451B0D3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685C9A50-694D-44D6-8085-1C2126FF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5F61FEF6-40E8-4C0F-A3C7-A540A71D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17E1AA1F-A329-4B15-B91F-FD13860C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722E8E50-D97E-48AD-B5B0-7C24B7FC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68253A3E-6B73-458B-A786-90F960BA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9D670308-B384-4AE7-A136-DB1A27BE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45ADE551-DA72-4915-AE43-202C3241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8A19DDE3-A816-4C5D-831C-FEB1D311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DA7108B4-0DAA-427D-92E4-C2FE6D16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5951268B-6449-46F7-90B2-529D0B3D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8853AAA2-6DFA-42D8-8D72-5927DEF7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F19AA728-EEBD-4CDF-8808-00E1CD07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2C25F2C9-F48A-46FD-B8F4-E06E663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C0022FF9-C64F-47BB-AA94-3B118B92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6B860559-21F3-45AB-99AA-66AC3A48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7673FD46-0ED3-4522-B8B7-52C003C8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70438376-F262-4B57-9415-DACA6788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857D8990-64D2-4F8B-910B-DCEDF480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B9377452-19B5-4E68-BD7A-B2F702ED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466B8ED8-5615-46CA-ADA5-BA7C4E75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ED0CC78E-AB5B-4642-B484-77978921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FD446EF2-712B-40CE-8A92-2CF60A7E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5BC600EF-4789-4815-BF8A-B0B3A7F0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D2770F99-B31A-4046-AA46-FC30606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C8799C2D-208C-47F5-BE13-B0AE113B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0E49BA04-48D2-4BD1-A038-DFEA545F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3F7DEBEA-54A9-4A44-8188-74439397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FD68FC0A-BF18-46F9-BBBB-66531509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032CF4E7-68D7-425D-87A0-C65A3988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353A9163-8490-4832-BB82-BC43F82D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18DB438D-ECB2-4DAD-9390-A406F901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E4443491-A862-4E47-8494-96417536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2F8588C3-A852-4152-8EC8-D2D1EADE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3FB47883-1D13-4E04-9F15-6B61730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279FD647-0B53-4925-BF13-85A667BA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84F119A8-B021-4015-B24C-7DC0979E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E49CE94D-C697-4A8B-BAEE-4CE7EAE7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22D0600B-3C64-4B98-A9DF-1BD9D374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B1DFD6B0-0066-4872-9C5B-2379246A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07DCB103-D327-407C-9C05-A70FC3B4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AE7C3054-F635-463E-9BC5-C76C9936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AB8E3257-E231-4FBB-8351-F9BE9F7B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765207FF-ADC1-41D0-B2E4-29FE812B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7B8A7921-F0F6-41D9-80AA-7830B904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131B1390-C28B-4E9A-AE71-7181656D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B5BFE260-6543-49AE-BEF0-DB8836CD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81BEBDE8-E7C5-4CEA-BE98-E499BA3A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CB53093A-C149-4713-A499-511F5E3B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929210AC-0559-47B5-B72E-924D4CCE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D9C5F2ED-DAD6-4202-B2A5-38A57F89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OPPORTUNITY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8D1BCABE-38DD-48B1-9F12-2ACAE136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最適合從「規章密集、更新頻繁」的場景切入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C9A04991-BF1C-4DE2-909B-192621C8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先解決單一組織的知識治理，再擴展到跨部門與跨組織。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A7A30269-1A21-497A-A1B0-98A1731D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57340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D68407B5-7BFE-4555-B931-C2E38121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57340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B2CA3976-97D2-419E-A527-95DAC493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採用機會地圖</a:t>
            </a:r>
          </a:p>
        </p:txBody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A1519A1B-62D5-401C-9B06-1B9B2A31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438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403DB991-727B-4105-8644-41C100A2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28900"/>
            <a:ext cx="2857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022BB9C5-C89D-4911-9267-9CFB5EA6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91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更新頻率 →</a:t>
            </a:r>
          </a:p>
        </p:txBody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937BBF07-4FDF-4CE8-B18B-E20521CF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稽核要求 ↑</a:t>
            </a:r>
          </a:p>
        </p:txBody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8FC0A4D6-993C-492F-A094-CA5CD4AA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267075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C00C9E43-6561-4E02-9AC3-244925D2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9FF3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F63A04B9-781E-42BD-B5EA-6A39D414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8612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大學法規</a:t>
            </a:r>
          </a:p>
        </p:txBody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B5C25A96-55E9-4D1F-9A62-F410C53C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86C74356-8357-447A-8CB6-6AFD2030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2D8ACD1B-17C2-4BE9-8A19-72A5F28E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766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人資政策</a:t>
            </a:r>
          </a:p>
        </p:txBody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4F5C06D0-CC87-4785-BE5C-ACF3B253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419475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59182640-9865-4232-B8FA-0C265651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9090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A3E4C3AF-6F89-4C37-8B8E-DA7EF122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385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醫療 SOP</a:t>
            </a:r>
          </a:p>
        </p:txBody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06B06A2F-9FB3-4457-8637-FB17B700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412D8975-1D40-4F39-8BFE-963EF16D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0050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83328826-D1B0-412E-AA97-0DD20508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481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金融內規</a:t>
            </a:r>
          </a:p>
        </p:txBody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5EA4997D-AD2C-4524-8DBB-F1646837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733925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750EAC09-4A3C-41E0-95BF-CDFD6FA6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05350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FD70D9BD-5DA6-46AC-BC06-C671FCB8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529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一般 FAQ</a:t>
            </a:r>
          </a:p>
        </p:txBody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C5FE41F8-2D74-4FB6-885F-93768016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85975"/>
            <a:ext cx="4495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26F7F26C-2C0D-4B06-B1A2-3F34B6F4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4495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0F45506C-C326-4D65-AC62-D62866CF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453E3D9C-D854-48D6-ACCA-BC9D8CB8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098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3B6098D8-BB9C-4F59-A846-2B2EB60D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5742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BEACHHEAD</a:t>
            </a:r>
          </a:p>
        </p:txBody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81A69121-12C4-41E4-BBC0-5E37F830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校務與院系法規</a:t>
            </a:r>
          </a:p>
        </p:txBody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1004F4CB-5D83-4768-814D-F39853E7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9850"/>
            <a:ext cx="4019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請假、獎助學金、宿舍、獎懲、社團與行政辦法。</a:t>
            </a:r>
          </a:p>
        </p:txBody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668940C0-4B50-425D-A6AB-7D32161B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62325"/>
            <a:ext cx="4495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46A008BA-D73E-4AF4-BC74-92DFD611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4495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93513D3B-2CCE-4FE5-9FB9-9F6AAE50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14725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09367945-4998-4781-8C7B-019D79D7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861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2E0E573A-4FC7-4BB1-9D8C-B0556E90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3377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ADJACENT</a:t>
            </a:r>
          </a:p>
        </p:txBody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54F32A5A-1095-457B-9C32-71E48C19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政策密集組織</a:t>
            </a:r>
          </a:p>
        </p:txBody>
      </p:sp>
      <p:sp>
        <p:nvSpPr>
          <p:cNvPr id="1074" name="">
            <a:extLst xmlns:a="http://schemas.openxmlformats.org/drawingml/2006/main">
              <a:ext uri="{FF2B5EF4-FFF2-40B4-BE49-F238E27FC236}">
                <a16:creationId xmlns:a16="http://schemas.microsoft.com/office/drawing/2014/main" id="{FC237DA8-0D9B-479E-AAF4-702C9A5C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86200"/>
            <a:ext cx="4019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醫療、金融、公部門、企業人資與內控知識庫。</a:t>
            </a:r>
          </a:p>
        </p:txBody>
      </p:sp>
      <p:sp>
        <p:nvSpPr>
          <p:cNvPr id="1075" name="">
            <a:extLst xmlns:a="http://schemas.openxmlformats.org/drawingml/2006/main">
              <a:ext uri="{FF2B5EF4-FFF2-40B4-BE49-F238E27FC236}">
                <a16:creationId xmlns:a16="http://schemas.microsoft.com/office/drawing/2014/main" id="{96747AED-072F-497A-B079-6CAA9E32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38675"/>
            <a:ext cx="4495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6" name="">
            <a:extLst xmlns:a="http://schemas.openxmlformats.org/drawingml/2006/main">
              <a:ext uri="{FF2B5EF4-FFF2-40B4-BE49-F238E27FC236}">
                <a16:creationId xmlns:a16="http://schemas.microsoft.com/office/drawing/2014/main" id="{A91A83D9-56F7-4990-B355-AB7EFF80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4495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77" name="">
            <a:extLst xmlns:a="http://schemas.openxmlformats.org/drawingml/2006/main">
              <a:ext uri="{FF2B5EF4-FFF2-40B4-BE49-F238E27FC236}">
                <a16:creationId xmlns:a16="http://schemas.microsoft.com/office/drawing/2014/main" id="{ED52C724-CF90-4AC6-AC5C-265FFE9E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91075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8" name="">
            <a:extLst xmlns:a="http://schemas.openxmlformats.org/drawingml/2006/main">
              <a:ext uri="{FF2B5EF4-FFF2-40B4-BE49-F238E27FC236}">
                <a16:creationId xmlns:a16="http://schemas.microsoft.com/office/drawing/2014/main" id="{CA852396-526D-4C2E-B5DD-3E8987F4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79" name="">
            <a:extLst xmlns:a="http://schemas.openxmlformats.org/drawingml/2006/main">
              <a:ext uri="{FF2B5EF4-FFF2-40B4-BE49-F238E27FC236}">
                <a16:creationId xmlns:a16="http://schemas.microsoft.com/office/drawing/2014/main" id="{72909FEE-619B-48D6-9F24-0C85EBC8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EXPANSION</a:t>
            </a:r>
          </a:p>
        </p:txBody>
      </p:sp>
      <p:sp>
        <p:nvSpPr>
          <p:cNvPr id="1080" name="">
            <a:extLst xmlns:a="http://schemas.openxmlformats.org/drawingml/2006/main">
              <a:ext uri="{FF2B5EF4-FFF2-40B4-BE49-F238E27FC236}">
                <a16:creationId xmlns:a16="http://schemas.microsoft.com/office/drawing/2014/main" id="{7D7F02D7-2CD4-4D7D-9102-68CD5773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625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治理型知識平台</a:t>
            </a:r>
          </a:p>
        </p:txBody>
      </p:sp>
      <p:sp>
        <p:nvSpPr>
          <p:cNvPr id="1081" name="">
            <a:extLst xmlns:a="http://schemas.openxmlformats.org/drawingml/2006/main">
              <a:ext uri="{FF2B5EF4-FFF2-40B4-BE49-F238E27FC236}">
                <a16:creationId xmlns:a16="http://schemas.microsoft.com/office/drawing/2014/main" id="{B343180D-4EE5-4E3C-AE16-574E1348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62550"/>
            <a:ext cx="4019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多租戶、SSO、審批、權限、連接器與評估服務。</a:t>
            </a:r>
          </a:p>
        </p:txBody>
      </p:sp>
      <p:sp>
        <p:nvSpPr>
          <p:cNvPr id="1082" name="">
            <a:extLst xmlns:a="http://schemas.openxmlformats.org/drawingml/2006/main">
              <a:ext uri="{FF2B5EF4-FFF2-40B4-BE49-F238E27FC236}">
                <a16:creationId xmlns:a16="http://schemas.microsoft.com/office/drawing/2014/main" id="{5E43FC9B-95B4-4D92-94F9-4F32C5B8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3" name="">
            <a:extLst xmlns:a="http://schemas.openxmlformats.org/drawingml/2006/main">
              <a:ext uri="{FF2B5EF4-FFF2-40B4-BE49-F238E27FC236}">
                <a16:creationId xmlns:a16="http://schemas.microsoft.com/office/drawing/2014/main" id="{CDA3765C-8508-4F48-A519-C2DA6B64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A"/>
                </a:solidFill>
                <a:latin typeface="Aptos"/>
                <a:ea typeface="Aptos"/>
                <a:cs typeface="Aptos"/>
              </a:rPr>
              <a:t>SCU LAW RAG · 非官方學生開源專案</a:t>
            </a:r>
          </a:p>
        </p:txBody>
      </p:sp>
      <p:sp>
        <p:nvSpPr>
          <p:cNvPr id="1084" name="">
            <a:extLst xmlns:a="http://schemas.openxmlformats.org/drawingml/2006/main">
              <a:ext uri="{FF2B5EF4-FFF2-40B4-BE49-F238E27FC236}">
                <a16:creationId xmlns:a16="http://schemas.microsoft.com/office/drawing/2014/main" id="{7E6F1159-6830-4BB5-B241-8D9AF443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49728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7D3DE4-5ADB-41B4-8EAD-B2EA015A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6300C-1800-44BE-8628-634A5AD9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DBC96-CF70-4223-9D25-0A20B0FB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E9BB2-CE44-43DD-B9ED-58CE4F68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9DC74-6E04-40A1-B3EE-FC927876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BF94D-3B89-4EE1-B0B5-D2FCEBAC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021CF-9535-4EB5-964A-EB3917D0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9091A-4855-4145-BC13-5C9D5D82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632BF-AEE6-4333-8164-9BDCFDAD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E09CB-C5A6-4EF3-8142-23B63606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2715A-76A1-4F57-945A-E2072489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5CB6B-24D1-48EB-80EC-260A5786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904E2-BF73-4F93-82D9-E01D6170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F59E1-CC27-461B-AF48-B4FF01A3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929EA-D65B-4647-9BDB-477C9C75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4C408-7EE5-4DE2-8E61-0B0849A0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CC42B-5842-4459-9190-B01DC53C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29C79-5CC0-4EA3-9207-178057F7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54954-7532-4BB9-81CE-E739860D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2874C-8B57-45C6-A2CB-2D7E79D8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ACD7B-D774-4B2D-9E67-9A42FCD3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F6964-9E45-41A0-99B7-809CDEF7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5F66E-CBDE-4453-8251-58E6FC34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C9C114-46C6-4C4B-BA21-83571522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303F5-55FD-490A-8747-1AF8B3CA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57963-3D89-47B3-AE4A-9B115C20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18BA1-165E-4DC7-98F6-CEF4F16C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A28F38-7479-412A-B2DE-F7FBF92A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99393D-4752-48C2-ACAE-1BE5F38C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E1CE00-E360-4E03-A805-26A6C38E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7D8624-93DE-4C6F-95C7-CAED42A6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BEB213-9195-4DC8-934A-FB5CC6BB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3CD1D6-A050-40AA-8653-0255AE41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8A2C80-460F-44AE-B6CF-152EC05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082770-1C6C-42BB-B152-B4F95173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4E9A11-BF2E-4934-B369-2C303802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21B858-DF06-4DB3-B08C-94BB1335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34F7B0-9F24-4117-8DF8-1787C09B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84748B-0268-453F-817E-2A5EA098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82B207-5DF4-459D-82B6-29F45F24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C4E7BE-C615-45A2-A74E-F83F8DC0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142796-E329-4DD8-B6C0-A63C3886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CEB90E-F40B-456F-A4BA-6ADDCC42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C9E222-5367-461C-8F1B-21A14187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A73A15-4008-4885-BFD5-E936009A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107DA7-C075-4979-A774-323151D9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180CCD-B1E9-497F-A304-3136D179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82EF0A-7832-48BF-BF7B-5EE6EEDB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38D01F-DBFE-4B04-9800-41202286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1E92E8-3FB0-4C4A-85B9-21836CD7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81D1FC-39A4-4B4E-965A-7D16F914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47DC4F-FA10-4418-B3EF-3559A4F2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6ED5AD-3F34-45E8-88A3-DF5A19BE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F67EA2-5DD4-4DB7-BC9A-2A7C2A77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294231-FB2D-4465-9948-05624F7B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1F5ECD-FC05-495F-ACA2-5E102B95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018D85-B7B5-4D76-9C26-B3C48DE3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7EC2B4-A7B0-401C-9861-8F867324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3DBC49-1D9A-443D-B5DA-26B37500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BC0DAC-908D-4BC9-8B11-7A987875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9B8003-4D4F-4FFB-947E-E38E3844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35D81F-C92E-4C2E-982B-A49C92FB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CE3CFF-EA60-48B0-8314-231331AC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28092E-2A6A-4828-9ECF-2457BA97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AD5EB1-7A59-479E-998F-C46D96DB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4DA795-5F4A-4D7F-B768-D9A352E7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F91DAE-2CC9-45F7-B6F3-B1D18C72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5132C5-D525-47A8-A596-8E683856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941907-A9D7-4F97-BF0F-3DD9CDCE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7B19C2-85E4-4E5C-AE22-13B96115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77F23B7-32E8-449C-AA6E-9F505040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A420D6C-5271-4F4D-B0B2-538C07C2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6526C1D-2AC0-487D-88A3-E2B5A7B8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CFE9E20-05B0-45E9-8DE3-5B596974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DD06461-8506-4CAD-A362-94E78578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EC307E2-521E-4D07-824C-E1C4AED8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B30A8D3-E24C-409D-9CD2-0AE2681A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2DB80FA-B42A-4D59-A8A2-8B7BEBA0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087EC39-0C81-4327-A49F-F7BE8C5A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DE1EB87-069A-4612-A693-818CE352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D0E950A-F0A3-42D7-8C72-D8C73662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0734901-A02F-4497-A0C8-825422F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77782B-477A-49B8-80BD-F2A6B605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67876F2-03A3-4FE0-93F2-5741B9FA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06AA125-D221-4E4D-8BC4-CA9A79CC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4C2668C-790C-4BF4-AADD-FA853C16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71CCD83-8FFA-4AEA-96D1-DB69487E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E122331-2C52-4071-9159-3F387FAE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9B49963-8EF4-46E0-A683-F7E789C0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A8E7E94-BCD5-4EE4-AEBD-6E116942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A7EC985-069B-4BC9-A826-8B57CDD7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2D604BF-4931-4BCE-B0D0-13B333BB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B580186-5839-4BBD-8D50-FBDCCC68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E34787C-3382-47B0-B0DE-36522E0E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B024A98-579C-47BA-9736-44BF8BF1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CD8D763-E27F-483D-908A-0D293A98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2B13E94-CFB4-4FEB-9DF0-E7912BE9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EED7E23-1B68-42EA-A6CB-D0E216E9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CFC6BAA-F36F-410D-83D6-408ED332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02342A4-0355-4538-81C2-12364185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4092F12-8543-4EC4-89ED-89F56DE0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616BE08-318D-43BB-9DAA-DEB65A14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131140D-C820-4620-93BC-07EFE0BD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F23E05F-FBBA-414D-83A0-66990C28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1DDAE63-9CEA-4D6D-A0C1-11DD0695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5C710E7-EDF0-43D8-89F4-03C3C64B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FD6B82-DE32-4B89-B20A-82814EFD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ED36C9B-CC2F-4568-8702-6314D613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3BC7404-FABB-4B3A-B5F2-6874EC7A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9480E0F-4330-4F8D-AAA4-9A3CDB6B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4EE09D9-6C90-43CF-8D78-17AF43D5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DCDC943-312A-473B-869C-775F0ADF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35440C7-71EE-4DEA-8303-83BDAF9A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E17DA3D-82B5-49B6-AB0C-88B20419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5A33842-B028-4BBF-AEE8-89514C8A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E635F88-31A1-443F-870D-7965D830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F734615-2A71-48FD-9BE9-50D0F85F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9D5A960-DCD7-41A4-96C0-75444F13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22012F0-C90E-48C2-B9F6-DD8BD507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2EE909F-87CA-40AE-9AA6-BC2A6A49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C073F50-CD74-43D8-99D7-22C70BEF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F1AE9F1-B266-428A-9B4A-D906ACBE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2CBDB57-7BB0-41A1-88A8-8D57BCF2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CC517C4-D56C-4A9C-9399-BA8AA642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A5C50F0-C7E0-4C55-A941-46FB9AF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637AC1F-6A00-48ED-B039-03911654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BF924B2-36C6-45FD-A720-88025E2D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772872C-BA29-4BFA-92D8-B4CCAED8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66F905E-1251-452A-8A0D-5E845F0C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540CBF2-621F-4863-8FD5-AA86DD07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F1A1ED8-73A5-457B-804B-C20EE04A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DA7859D-9678-4FF7-B326-86F078EC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7D3518D-8B12-4605-ADE8-DC81D6BC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EF39A0E-D5A9-4941-9F97-05D2CAE3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00CFDB9-8D4B-4AFD-9688-4731EBA1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05D7617-3BFB-4F2C-96D5-BC144D1F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366B009-E085-4509-8C52-39F09578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BCF1DE1-6EEA-4CB5-9C81-2E8DABEB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2751343-9C8D-4795-918D-4E4BC0B3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BEA721A-8EFB-43C7-BC9A-FB83EAF6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DD98446-FBCE-40AC-95C7-04A16158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74FA0CB-EDA3-4C5B-91A5-BBFEFB05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01D9964-BFA7-428E-A8A5-43FF1773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72F330B-7403-49B1-BAA7-3E9FFF15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ECA423B-EA8B-4696-86B7-5DB61BAB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B535DC8-6210-4D2F-B701-A480DC07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D9A575D-C2AD-4B77-84E4-78E9D533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166B03E-EE91-4F98-A7C7-69EC6B5B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70C7106-DF52-4249-9BA5-7442D0B5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745AC09-4AD3-40EA-B118-F2E60E00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47E0A21-08C8-4E70-846C-F6E4756D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16FEFAF-A35C-496A-AF90-42F96338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B9BB252-F21B-4996-82DF-CE429F28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6911180-698A-46D0-8BAA-7B403C6A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89481FB-5AA9-4130-B424-DD56DC00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8C886C4-7786-4EDD-B1CA-8F0DAB9F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DCFCCCC-B4E6-4450-913D-76EE0686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516693E-ECEC-4476-9F2B-EC3A95D4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E58827C-7193-447A-8166-30B6C3D9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B763776-01B7-4F9C-A424-BB6ADEF2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0773D36-9D5F-471E-A020-C23F5328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77BCB13-61A6-4BA4-99D4-2D6303E1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9E3AE2E-D43E-41BC-A546-DD47190F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54B03ED-EE19-4647-B96B-9B41DC24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CB5EB7D-8789-43A3-A0CF-AC3FB5C6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8C08710-E035-4CA3-AF91-9BF46425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42BF73B-D6CD-49DA-8F69-3F2891E5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F780ACA-3997-4C6A-935E-0D2B54EF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DE00535-3A1A-4EFC-B4A5-EF32EDE7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9E6D1C1-D9DE-4681-81F6-7D2A0ECD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DFB2C1F-6FF5-450E-9612-5360044F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50ABA06-4B2C-4398-B5EE-9F493830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5CAC1BB-0AA3-4CDF-A046-FB21FC8F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1E9CB64-B761-4098-B1FC-3DF28152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0684CAC-60B2-4DA9-BB3E-5F7C4873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C818190-8DA0-4325-B4D0-CB509C61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245037D-E630-444B-9171-5CD1F97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FDE624E-EC22-4652-85C1-377A4C46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47977C3-E52C-49D9-9A05-9D77E063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C1E5731-AEF9-4AD4-A6D3-557491BA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AC0ED0F-5B9D-4AC3-8F52-FC70265C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61FD049-0CE8-45DD-98EC-6527DCBC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2B6F200-9FCB-44C9-B75D-367FF47D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3E397AA-9DD4-4C6B-9EF3-C56E7EBB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E7BDDC9-4CB9-4505-8332-226773C1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65179AC-EFE6-449C-BFB0-93033358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2A4B3AB-6824-487A-ADDD-F9AD5119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879879D-CE06-407D-B616-B8A475E6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C97AD8A-247E-47A7-A91E-483F6B31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748E86F-366B-455B-96FC-150295E6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A62A6F6-47EE-4F0F-9970-7CEE1C2A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3940390-87E6-4F81-8918-FE52C0A7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D179D0C-A24D-44B1-9CB5-62649835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438A683-469C-4B03-8AE6-9C4CC1A3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79DA1B17-0AB8-46EB-A1E5-2519ED30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DD9AD2F8-FD56-4D9C-9563-6AB287A4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7BE5CD1B-1682-43BD-97F8-2A4439C6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C71F789-E40C-4F63-94A7-F41657C6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CB64CDF-A6F5-4896-85FD-7A1C1810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01C6E99-2EA7-4622-B079-22B14979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65E65F5-30EA-4C6C-8C02-5D7CEEFB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BF88202-7F66-4ED0-BC38-8B6228C5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82161B3-FA98-4822-BF7F-A102DEA7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F71DC33-FDE7-48B5-8F67-3FA2E607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91FCADD-C8AE-4070-835E-6D2BF43E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FB7A0A9-BC6D-49B9-B27A-6DB2B425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85FA3EA-A2C7-4AB5-AD24-3BC4BBFB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CFF5279-3D13-43BE-B6C0-4BC0F2BF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BFEEC89-8736-462E-BFC0-09E93E85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328F95C-0147-4845-B7F4-1BA25F9B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40AD872-12E6-4997-9FA2-B9C9C9F5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BD0C2A5-6555-422D-9894-64806EA4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90A1D5E-848E-4B50-8640-BEF21521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DB4A699-704B-43BF-BC01-818C0DC7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4C96C6ED-BDD9-4CBF-96C0-DBFF45F9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33AC872-5BFD-455B-A7EA-B99714B9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9F66EB47-E7A5-42A0-9225-86527B6E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B8F08E3-185F-4BFF-992C-9B271C28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3116C51-118F-4C37-9700-3445AEDC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B5BEBAB-9EC4-475B-AD77-9138BDFD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0315455-665E-43DA-BCAB-BA48A238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B6F1C74-BA80-4919-932F-F01FED0D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8BB403F-4007-46CE-B90C-F70D7AA6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F9FA13E-223A-48BF-968B-BD306627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ED6EE39-BBC7-4CBA-A557-24D7FBD4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D496389-8AB6-4669-935B-33D50AA5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4EE40EA-FAC4-4DC4-8B1E-4068B23B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5978A9F-B0AB-4424-980B-BE8AC126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75A4313-0E51-4082-BBDD-654EB481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A39C9C5-647F-4724-962E-29415197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5EACD96-DCA8-4607-97B2-3F34E36F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B1119D7-9B04-421B-99CA-5060C267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24BE641-3044-4FC7-B84A-C2C5E4C3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62509AF-6213-47F8-AB3F-55FBBB0B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309FC62-113C-4B07-A11F-DBFB36E9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C0584B73-04EF-45F6-9347-84B87DE1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01192E0-C10A-4584-8153-B41FDA15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98292D2-DE40-43CD-A880-8D11C7F4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AFA362A-AD50-4E80-89B3-D4FBE775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5AA3E46-1320-4654-81B5-3A6A886B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23EA63E-AAB6-4B7A-AD21-6DCB3594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4DFE3BF-A2FE-4ADE-9F02-BC399A75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4D41068-C6E6-4265-AE2F-55FBDE30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80E263A-2E10-4F58-B082-F3322760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90E3348-D6AE-495B-9921-C204ED8B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DB94B02-7F36-4AC4-A07E-833CF86D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7AF4E25-F315-4B0A-AF62-C08E9CED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54FE9F4-FA57-4882-8CF5-FB4BF67F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362A8CF-B561-42D4-9134-38A58F70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5C83900-7847-4A03-B63F-994E0A4A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E3372ED-88BA-4C00-BA5F-FB1CBD76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26E22B7-2428-4BCF-AFD3-B3116C7A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59481B0-9E11-4400-91F7-A5421AF9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207C944-7658-412F-8BA7-699C071D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F3ADBB54-9938-4708-A467-3B332B75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29E4CAA-F4BE-49E6-9C73-0AF4F3BB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59291A2-3886-4919-AF78-6F6B6683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1AFDE00-E559-4740-9E3B-A077ED7E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4A1DC176-A1CC-49D2-857F-39A13C04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C94B1B5-002D-4FBD-AD96-AE38072E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3C23CFF-BDF7-4A0E-9D08-F230C4C0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32944C86-FEAA-487F-B612-835A83F4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036D6120-C32F-4EA0-A7B1-8E3D05C8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D4F40C6-CE66-41B9-9801-0AC755FF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0123071D-8F73-4B54-A28E-E50C99EC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300B1FA-705C-4F4C-8295-D3B2C995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4A435024-75FA-460D-8292-3247FB8D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66602EA7-AC37-465D-B183-05FD2A7A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BAE72E7-CAEC-4398-A185-49BD44F0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C18A7E45-54AF-46FF-80D5-B94CA4AF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3B1CD66-D76B-44B3-8DF8-E84C72ED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F4C55E08-70FD-4A40-94CB-3C9F8B96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BB4C5B23-8B3D-4CAC-ADD2-F779A536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01F65A4-D6ED-459F-AC78-0A1E386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3B10A74-4DB8-45A7-B537-27494AF6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E393DE08-E790-4348-81A9-3E69EAF3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70AB4B2-085E-4C70-83AE-408F6A66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C0A072B0-4104-4772-A0CF-6CFDCCE3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B4B5F032-0D26-4019-B194-8F0E34C9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D88C7E2-C09F-4CC4-A92C-6497AB0D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FDC1515A-015E-4841-967A-5C574DFD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8FCF7FC2-BE8E-4473-9497-65A45BE7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2003FA6D-BD93-4C9E-B3EE-21C388D8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FE7E34E1-D53A-456D-8202-2BCB233D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699C77BF-6107-40F0-9E60-8DA9F675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86DB1629-2807-4FF2-A34D-C04EC0EE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831B743C-7260-4BCA-B56E-40A6BB10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E839B6E9-8831-4E4F-95CF-E371F04B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5109DDF2-38A5-4A73-A25D-C777E0F1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E00B9EF-06B8-4737-9F49-348C2878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F0B5F133-C32F-4439-8775-051A1221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BE54708-53E6-46C6-8671-A54675B8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CCCEE3A2-9214-40A7-B2B1-AD638394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8956AC9-A7ED-4D4E-B2DB-37B27A7A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C08C1C87-8D5F-4718-BC4A-F82EB436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D5F32782-BCDC-41E0-9727-2D132EF2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868AC359-5C0C-4E3A-BF9D-F8F82096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48F743D-0621-47C4-ADEC-29ADA1C1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114321F4-1D08-473C-8EB8-C34F692B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4F415FBC-DEF1-4E4C-BE00-68534923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43CBD7B6-A394-4FA1-9E41-D8B997B2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0E80F2EC-9374-4D6C-8E02-F8C06E9D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0D8CB4E4-3907-4DC6-96D6-ED472CD9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0EA38EF1-71AB-4136-B6B2-96D0C7E3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22852D7F-77B0-4CD3-B469-753DABB6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39502D81-2667-44F3-BBA2-14689521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EF4A630C-FE9E-4D8C-8E8A-474BFCDC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7FFCB314-CDAC-4571-849B-B495FA97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01131025-108A-44D8-8687-9036CD38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FB9818EB-8EBC-46A7-9166-F1BEA7A3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A3B124D0-E295-40B4-975B-835DB35B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365508B0-5F38-4B2B-90D5-38C962B0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F7C7B225-D9D2-4CA7-A3C0-A657E720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1301907-E757-4B3A-838C-ED27BB6F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919777D8-B595-42C6-B6BD-C00D023F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7518B53B-3148-4AB3-B3A3-647C897E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56DA127F-A704-401C-929F-25D3E8F3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38495657-5D8F-44EE-B577-C4E5C1F2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84F95E4E-907A-4035-B5E7-D9CBE977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7DE0F7F-9600-42AF-BDD7-7149D928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6F84C2AA-0242-423A-8290-F254E927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42D8731B-B7B0-46D5-A9DC-E518DF9E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21E4C724-1700-4BBB-AAC4-93F7D67F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37BD9FAB-0BC1-44E4-88BE-C8B34D03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EA562A8-8801-45FD-97FD-E4A382AD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4275AE3A-C769-4447-9CF3-D90169C5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343E6083-EC59-4828-A04D-52A99E80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95C6B452-94BA-4C49-A19F-0FE5BA30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E1B776A1-E49D-477E-A67F-4078469B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4D2C9ED-C105-4F6B-B7F6-5425DEFA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B96E9C57-0072-45D2-B091-4B114C5D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8F35B7E5-BB77-4192-9370-BB6519CC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C5E79981-7042-47C4-853A-59F11684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911CB554-EC97-4290-BD0F-F59C6862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A4857A96-4BAC-4D90-99C6-6B1DE09B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96C4479D-9001-477B-BEA7-65DC0DA7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089A1182-6D0F-433E-8673-9351ECFA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32C03DA-BD6F-4F80-A8AB-E043350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4B9D6A5E-2224-432F-9450-12419181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07947FC6-173F-4EC7-8806-9A07881B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37EEB263-07C2-4B47-A622-1BC76CD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21B5AEFC-4B3C-472A-BAD2-FA5644F7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55274E5-B27A-4686-A0C5-62ADD7DA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8078593-C88E-456D-9963-CBCEFCCE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40A0658C-1D7E-41EA-A194-B23A89C9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6AFB2C9F-DA4A-447A-9EBE-738AF95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7C2A5752-7CCE-4CDC-9D07-7B0E5A05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12534783-B860-467B-8BD3-19729C63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2A7C3F50-6265-4CAA-AE38-F3BCB476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C865626B-BCD6-4D4D-A764-3C2D1CF2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195D7124-DA69-4947-9DE4-01A16000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8CDDA0D6-2439-432E-BEAB-EBF1FFE3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8AFB3297-8CF5-4124-8F8A-F5EB3FF6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7BCE54CA-B329-4264-8761-5F8130BB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839A502-E0B1-49DF-88C5-7FD7A42D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73FBF008-E5C0-4D05-B9DE-60401EF0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32BD3FC5-DFEC-40F4-AFBD-EEF26705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F0A23178-DBCA-44DB-BC35-3A63DA87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9856E31D-A1E9-4050-A713-AA5A90F4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DFE334C7-6079-45FA-A5A0-B66B9C4A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002591B1-239E-4D2C-AFED-C6ADE61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70C7EEFE-AEB2-4D78-88D3-D9DD7D66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2EA41EB5-7A91-4C04-B651-634E2789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E8AA3B4B-2835-485F-B854-65D24C86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5B09615D-96E7-4E5E-AAA2-2DC3F3C6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9AAF3C9D-E9B2-413D-B5EF-EAAEE01B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F35455A7-6BD4-4A4A-ACCE-09D5E749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B6B442E8-6A1E-4210-85AC-1CD846FE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18A4027D-ED08-479A-9C32-10633931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F621EFE2-A297-4A32-8040-1F96933B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F9FB4C5A-2B61-47E1-99EA-AD763E88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F39F09E5-1D92-4894-A243-3D705815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FD07F122-57E3-4D9B-83CF-9BF5AF38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AEE76514-8635-4564-AB2A-55CEFFCF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3787583D-A58A-4A1A-98FF-5C11AE1A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9B295DC9-5D28-4219-A6C4-1E3CD803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73D1352E-D0A6-4EDF-A84F-D10E0557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9ABF86AA-0D68-4DE6-807C-DD4BDAFD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0E130DD9-7D4A-4727-A8DB-AEBAA4C1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A4D4FA79-DE59-41B0-BC53-28B211D4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7C3E4741-94A9-4473-9D81-9456F415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E8A2A7DD-C9AA-470D-B2BF-D15EF25D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15EFCBAA-6CA9-4936-A8DC-6EF4F766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3AD30C3F-743E-4EE2-B4FC-09C4719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5A4E4510-E21D-4F91-8D32-96529FC6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C841E4A1-20FC-4BCF-A8ED-5222EAD0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7C16C149-59DD-4A07-BD83-0036F873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DA9B9B4D-C048-4D47-A41C-AACF0AFF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1004CD91-3071-49C8-8D27-A06A2C29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9FE4693A-3D98-47A1-BD17-C7A55A87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0AFD6EB5-D5A3-420D-8608-E5B96004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A1D63FE1-2905-4BDD-BAE5-6EFE0164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40CEEE95-3FE7-4CDA-A13B-BA4A9093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93FA720D-1499-4367-A2C8-188598A3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E06B3D0F-1B69-4438-B66B-B52FC94B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E5164B68-6CC1-4ED4-973E-45E0EB41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077EB199-DDEF-4FC7-9AE2-87DC8985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7903FD88-9BCD-4321-A496-42F67D99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6C85C81E-2CF5-44EF-929F-218B470B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A5CAFD4C-8E63-4A61-8C3C-DA75876A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52085091-98C1-4923-9E41-C0DFB91D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5FA8D015-669C-40C8-B051-4BC19BA7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91F0CC58-FDF5-4944-9AC2-173464D5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67E93F13-5C14-4D0B-AF32-9A4BE477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B954802C-740E-426F-B8A4-D7C59221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0EE19D5B-1D52-4851-B70A-416B3631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7F2A8FF9-DBD1-4BD2-9C20-E8D73E44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28DC2565-E2C1-4CFF-ADDA-1F412CF1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62000752-EA29-4273-AFBA-3FF52A0E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801210A8-ED2A-45B2-86DC-DC184FBC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9472648E-0C04-4F93-A0DE-DC9C6D8D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1D568950-ED78-4B8D-820F-265A4D5B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F9AD1D8-CCB7-4C75-8260-691730D0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FBB65E3E-E0D6-407B-BA9F-52A94A1B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617072AB-06AE-43A4-B21C-D345865A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F16D1D39-3F6C-4689-BC53-202C0ECA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D944B222-FAB9-4050-8E67-EFBEDB56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9C447C18-FAFD-49AE-882F-BD0764AA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801D3FD3-6980-44B6-9373-B976C819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DC67E8D8-15FD-430F-B5F3-E9E42575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5B12444B-DF66-4E40-96D2-84F92CC6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B6FB36C3-08E6-4AA5-B60D-82E88298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954AA03B-10C6-4DCC-8335-859F50DB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0669D617-CD2E-4EA0-AC70-7D2E8B41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7335E389-1D09-4552-ABEE-F51A782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F00B83C5-97E8-4B20-9517-2074C22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3916E5E4-35C7-4B0D-B482-51C8A701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376CC2F1-1048-438D-BD80-4090F27C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A4AAFCC1-194D-4327-B74E-6A1202BC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D823D38D-02D2-4A87-A6C5-8284CEC8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80164913-CBBD-4B22-B973-EDB641D2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7519ECDE-87C4-41C2-AF18-13C8214E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5C280F44-D5D9-4C00-B166-032A6D43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D215EB01-4D80-47ED-8827-7CE75307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18507782-4AEE-46DB-B293-C02125F8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5B8DB7E4-F556-4891-8726-0E2C385C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630DBE52-43C5-4B43-86DA-181FB229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72AF865-7267-4ABF-9354-2195F014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DBF84DEE-0BA8-497D-932D-35715FF8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2F61093D-2117-4D5E-8E73-7A068B98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4A88B709-D2F7-4871-B574-291BEF1B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49F6341A-E167-4AD6-961E-5108E4F7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1348A3E1-0847-41CE-B452-C0FE4BA2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99EFC576-496F-40D2-A7B5-6D94D7F7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0F6819CD-9C81-4A22-A756-C9809946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7E069830-0C02-4D9E-88F4-786F06B4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7D22BA3F-02BC-4603-9105-D58E77CA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C929D156-75A0-43B5-9450-A42400B0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7EBB09D8-29F9-4E5D-BB56-EFCDED3B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5F2F311F-85C5-46AB-974A-D6A88CD8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DFD2F3F2-F8D6-4692-A1EF-6D9E7E0F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34CB09F5-7F59-4D29-8627-EE9A08CE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FA42DE2C-20D8-445C-B831-B0EEFAE8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079F6114-998A-4337-BDC1-3B1DA7C5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182D9973-7958-4B19-82E9-97E930D1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67186849-FC7E-42D8-831B-D2EA3BB5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0149C088-A2AE-4DEE-B9DD-160A172B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D65DC44F-742F-425B-88C1-975F0779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6F12535C-86EE-4D31-80BF-BC8E79A1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6A26A504-F10A-4576-AE4D-1DC9021D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91CA26D1-337C-47A8-8E23-DAABF67F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4C441FE3-A833-4254-B80D-4E1195A5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61853EEF-E589-4D9E-81F6-0A8924D7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AE8450FE-59A5-450B-9E36-8EB8004D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F41E6C44-5D32-4B6B-A701-5E617F29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DF4141F7-ED59-4395-B3DE-2F3B1C01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AEA925CD-7CE3-4AF3-8BCE-C644225E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2E99E7DB-5189-4545-897D-360685FD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49DDD07F-3B46-4B76-9A2B-6DD2EF31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770A2FD0-202F-4046-A9DC-866233E0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C61A7FA8-2300-4495-91CD-F2DB1258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11471627-5ACB-4D3F-9868-C7D84B42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9CA4EBAE-C850-45A7-95EA-D3799B50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BAD39725-61AF-4C98-B2CA-C3AB2138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C79D4F22-6E46-419B-A291-30228408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DF0D2DE9-D464-4C00-8ACD-7C6F21D1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F0EED489-45DE-4460-B4AB-5CEF46D2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3F2B0925-3A91-4959-A022-744F2737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1A3E4D72-F382-4935-BB8C-732A5B3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F27A3131-5C92-4766-ABF7-6A95F4A6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FDD19600-174B-42E2-A012-8D7C30C9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37CB7ADB-7034-4CD7-B2F2-44DCF4B1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2DA603F0-79A5-4CBB-9E62-45C153B5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A3483DFA-EBFE-40AA-995C-2423D788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60DECE93-B619-4927-B76D-796180E3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F3881895-6FE1-45EF-9E4C-C6D38693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E13C9D1E-ADEA-41FD-A417-959B1AC5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EB056745-0B30-4187-B519-A1AAC81B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6FC4DB44-68A0-447C-AD17-1215A23E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EB5DB5FE-5BD6-4A04-8837-3CD19F72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0F43E4BF-7CBA-4C60-9B66-3B243942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F80F020C-8D99-48E9-BF7A-60C94B9F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7C6FFE22-F6F0-4077-8086-96A23BF4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9F645AD5-5E2A-4413-9C1A-F232E008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056263A6-9EC7-4A43-B5C2-BD1EC4B8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87093CAC-8E9D-40F7-8266-CE2C681E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E25DE3AC-D718-416E-9A2B-4E83405C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5FB028D3-FD50-4B08-80A0-94A88A6F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DDC96717-2BA8-4C76-94E2-D5D99C27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B5ACE184-B828-4819-BE0E-991847D9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66A01BE6-618C-4A30-8D90-D1B9846C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3A82F704-5F80-407B-B618-63B23ED9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2211BD8E-DA6A-4B96-8386-D071BE96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7D9CF4DD-E801-40ED-ACCC-ABF8CEDC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496CA2F5-ADA7-4901-87DA-F8BE3C6B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6F6DD8BB-738B-4EE2-8D3E-286A50B0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645DABB6-3A33-49BB-8745-AF69A66C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AF0B8DC4-A955-4CE5-8EE4-8855E3F2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FA14D3C0-B8FB-4979-939F-C975891D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25D593D7-2E01-423F-BFD0-2AA61FE1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46C5FFEE-3442-4D3C-B142-474DD622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8AE1CE32-5387-44B9-BE57-58AB9E98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4365850D-2095-4285-AD5A-11720A68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AC383F8E-DFCC-4CED-BE28-7F8E2854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0A1B54F0-D4BC-4882-A3C1-0DB4E3E3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35477D18-6C7B-4273-BF63-109E9D7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F60FBD3C-2C11-4D10-B413-EE2FD618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6C7C57E6-8D05-4411-BAA1-9992B878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D8C276E4-7B07-4B91-B8C5-E477B4D7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175A0353-B85D-4BCE-A567-703CFD98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0D034305-9688-42CB-80C1-FC36E99A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B23EA73A-3C11-4091-AD84-B001F7A8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2762746D-F193-4BAC-90F2-19F0D0C4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3EFAFB34-434A-47AE-8F25-9CD15C4A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7D6A6E44-5FFD-4C46-8BF0-48B7EC48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D75AEEEC-8503-4375-BD50-006305F4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F00C0043-88D4-4958-AFA4-F9B65C2B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234199E8-2D2F-443E-A07C-3B112115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BD20205E-E6EA-4ECC-967D-6B87A2FF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8CA8630A-7149-438A-B89B-041E0BC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14B360ED-D4A9-42B8-BD42-EF7432C8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BC2030CB-EFD5-4F30-B4E9-30F7F5C8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0FA08FBE-93BC-441B-8228-C3B672D0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FB17B15-6B1E-4B3B-ACA5-3CD18006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4B3D8A3-990D-4776-B77F-70AF6F81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9614839-86D7-4CFE-86DC-0464D4A4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9619C0A-C02B-45B5-A8C7-D70CCB1A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322930D-C9EF-4E36-9C59-1596D063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F77A1F7-FB9C-444F-9C13-49AF4211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AB203C1-A045-4BFF-9702-81831244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C3CB475-AEF9-43AD-BBF9-A9590C1E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56FEC535-3D99-4FEC-96BE-28B69DD6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6D34E1A-A683-4B5D-AD60-90A31403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D57AA35-5C42-46D7-83F7-F4FD0E2D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78C0F28-0A8E-4536-A43E-F2598830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B21A40B-E411-4591-8DD2-80498990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D9EB748-A396-4C46-927C-AABB6A40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578B117-20FC-41E0-A4DB-5EE93DEF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2CAB717-443E-4370-AF71-92838315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8AB3E38-ADEA-401D-A332-0E2F0836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B24DA34-A856-4E6A-8F05-034D3BF0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76E77CD-39CB-4BAC-B4F3-55770B8F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ADE1A94-60AA-41B4-A78D-6841B32F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52BA37CB-08C9-447C-805B-159E987E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D2C32C76-372A-4CE4-B6B4-3652BF4A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7F602892-6D15-49CF-8659-50466ADB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56D89C47-E38F-4DEA-BF6C-3BD1B166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0BB16EE4-A844-48FE-ABDA-33B195F6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A13E724F-729E-4848-BB8E-A77DC402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4DF32CC-C03C-49EE-A413-7ADE3246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5AA9CFFF-BFC3-466E-AD77-846BE487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F837E777-AD83-432B-807A-548E0866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D5809596-4218-4B6C-B23D-C63A43FA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0FDC613A-3F4A-4DD6-96FA-CE490FF7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053AC373-5B6E-4804-89F3-55097397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40441B76-5934-4102-97AB-B24FBAFA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2EA2A0A2-3341-4173-9BE0-2176939A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3F3878EC-A89E-4864-8D3F-AF9BB3F6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11914E97-0D91-43B3-B914-8C5759D5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E882BBCD-EC3B-47F7-A0EE-80867ACE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D1236C8-EE2C-4216-A903-9C72A160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C99B16A5-06EE-4EF6-8356-BB742341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E6236D5-818A-45C5-8E40-D39C13BD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99C3051-E9CC-4F0C-B69E-CF9B1831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6B4452A0-B787-4911-BE71-441FA2FD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875846A-51D8-454F-A296-F81E10EC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5A4351FB-F34C-4A07-B161-7EB5A963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118826C4-09A3-47D0-9D4D-646F6B5A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22E7B717-0EF2-4456-81FB-4A3F7CBD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9C106FA7-4D2C-460E-8E67-B07D2F4E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7B61CE15-599F-4D6A-BEA5-2C43BC5F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96AD9A14-0BB3-490A-AA82-81CB052E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3FF9122A-0D6F-45B8-B30B-EBF6E9AC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33241586-6AA3-433F-8B24-5BCCE1AA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370C8D89-AF6A-490A-99D1-B50871BE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DB3A5B0C-1EAB-416E-92BB-1C3C096D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725B343F-06F1-425D-8B10-7D9AA7B0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5154E085-5F50-46A6-9737-366049D3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A6394F92-47E8-4E14-86FE-2CE04F0D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FD8E19A9-31BC-4425-80DB-0ECED7DF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304C48A6-4B2A-4A67-B2A2-C9C8300C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56DF9564-E439-4848-929D-EE642F88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8486D5C3-68ED-4238-9F83-03DDCC55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547F4EDB-D747-4A14-A074-F02EC8FC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DACCD4F9-038E-481C-8729-D3451ECA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9DB53421-A361-43C8-8106-B1D82F63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6BC8752B-DE46-4B8F-8181-F583415A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6C46B949-A13F-4EF8-B536-97C605DE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0C7CC122-953E-4BFF-BE60-577D2D3E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DF845640-08C8-4768-9E39-261D1E5E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3C04AC7A-516E-4266-9F59-04520F8D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45A9E4F5-CD2F-48F7-A8CC-7ED51394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7AD80FBB-56A1-4A1B-989A-FC7137FD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BB79A04B-01F6-4CD0-A6F1-0C71D127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7C807899-B639-4C49-96E8-AEFD1D0D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6B1A6C85-65E6-4536-92DE-347D8A28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6CB05DCD-7EDC-4D38-86E7-87B2EC61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5B0A4731-2480-47B3-B3FD-36E61F95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7D41CE9E-4E16-4D34-AFB1-0BCC4EA7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77D30750-CBBA-4119-B408-906E8753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EA2AB5EA-770F-4FF9-B920-47C3AC49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83353E83-D06E-4D0E-AFC5-BB7B561F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AA433DC0-1FF0-4331-AC09-2A842A5B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F7DDF6D4-5DD7-4A57-B72B-BE3EADA1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B69A1661-4E42-4AE4-A732-F9BCF499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9D40050F-5328-415D-9BDD-2B4F53C6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5E45FFB2-4BA7-4D75-8AF0-777CA39B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28924F7A-905E-4CDF-A6A8-3B928499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3A5C1B0E-7FBF-4BFB-9216-4265C8E6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45C3B92F-0136-4B1F-B8CF-FC7E7773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8FD3331F-9F5A-4E3E-B4B5-414302FF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50560D21-831A-4F22-BA32-A15287B7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7A89E975-949A-490B-AD77-66D05AD5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50054B1C-0250-44BD-A06E-B0EBDC00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EF82BD38-5381-433E-9EC5-88B2A1EA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D9F97984-ACD1-4A2E-A0AF-1D9FD5AA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2FE23D8B-3836-49BB-A61A-7F88CB77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9EC2AA5F-6B0D-4D91-9586-8F324422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1347D527-5059-4544-8C50-1490931F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B082AED2-12C7-42AC-807C-6545A776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66638A83-9CF4-4348-90F4-B2497244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BBD2A2C1-512C-40BA-8ABC-47169B5D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44896AFF-0310-42B3-8974-2950BBC7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B680E0DB-060E-458B-AEAC-D989FD5F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8BC25ACD-DC60-43C9-BD0B-A1BD267C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B3420608-C9FE-4308-BD09-83B7512D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3D52513D-9306-4CE9-AEF0-81997778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57C8BCBE-9C2B-47D9-A812-A02286B5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D0A48A7A-D338-4EA2-9FD3-2DB66E06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6A161165-F57A-4054-91E3-6373FB70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182D2A22-FC3B-49DD-A565-17A7F936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E86754D3-ED2B-4554-B2CC-54FAEC50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AB5BDB46-80D7-403D-8D13-A94962BB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DAC4627D-EDD0-4302-ACB2-7BCD5A0F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D9D54C7D-C025-4615-A864-0FD70948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18CC2701-96CA-49F1-B612-A8E48560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17967950-1E28-4983-BABF-B1682AB4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A891DAAE-9343-4C9F-989E-D109283C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228D11E8-C044-42BB-BC30-D14B3A6C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FDAAA8AC-3E1B-4629-9529-17E54258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A857CBA8-AFB2-4D5E-B575-F1C33E40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9777F7C0-5A18-4CC4-A2E7-DA848674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559DBC38-B828-4B65-98FB-0503B838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77AE627F-DA24-4B13-8C0B-FA08ADF0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35083AA8-0924-4E05-A5B1-8268CA7B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039F93CB-1A1C-42F5-8F6A-568C7DF3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31BFC4E7-FF45-4BB1-8502-64525122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B0612083-C96C-43E4-8434-557FF86F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6B44B7C2-5C90-4C7C-81B3-E9DBC3C2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80CB706F-1EE5-4AE5-A806-74BD80F1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175206BE-D540-4062-8E84-20443C4C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C13A9D60-0AB6-4923-859E-00522B75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BE5A8E79-9C01-478B-B67F-62A73523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35399412-9E66-41E8-8591-DA7451CD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5ABA5891-E0BD-4F3E-8028-79BB540B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2583EEF0-886F-427A-B57B-4E6DB04F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39C2C0D3-8C37-4185-A95B-060B438D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87AECA07-4191-4BE3-830F-26B715C7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A5407ADC-A775-4E9A-8F27-4E37B432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3185B986-0435-4438-AA41-9FDFA89C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444AD3E4-B760-45F5-B352-FA5A265F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6D9E1410-7C4A-428F-BE92-76942586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4CED946D-DF8A-466F-8DD0-5D28D73B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EABAC4CC-E371-4A89-8E73-96737112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EACD3910-0874-4A37-81AE-AC71D9ED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5C84AC0C-AC4A-4014-B58F-AD15162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F2BDAEBD-BEAC-49CD-AAF0-049BDD20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7F527DE6-E244-4DAE-8510-80750DAF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DFA44EC3-29B0-4ACA-9900-366826A9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7A4B1009-60A3-4F7B-A8C4-E2207C05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C231740F-AB1D-4218-9058-3845A938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E441374D-0AAD-4170-887C-AA889E8E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126ED45E-AEC0-4247-AB3F-5BB0EB8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DE549C13-899E-4A49-A2A5-FA71078A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EBC631EC-CF87-480D-8B6A-6BF90A0A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A623B393-0510-488C-A502-FD8D80D6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7D8042A7-4DAE-400D-B223-731DBC33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11EFB9F6-001C-40B0-BCA1-314CECA9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C24B39CD-CE55-4C8B-A583-5B7A96D3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2738BB44-9D6A-4A04-9956-8CB4950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320926B3-1D2F-4244-9E96-15962C99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3A60D6E5-6D36-416A-B8D9-6E6144EB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680C1945-C38E-4575-A04D-5E974D52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BBFF02C1-4987-4345-BB14-971826CC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2BE397AC-5F33-4835-BB0C-E36C7281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37AFFA1C-5B5C-45F3-9E63-3297D8B7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629ECA09-4944-40AA-80FF-F9D8B204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5F97D828-0763-4119-ACA2-80F3D9AC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785A6978-6DB2-42A8-940A-CE7DE132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C7F95D60-5EA8-4533-BF3E-E9D83381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E7F7C75F-4DD0-4C3A-83A8-1FBD64F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A17302B8-9007-47EA-8809-B3ACB7F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71F90B0B-2274-4E37-BD05-01033DA6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418B2E20-201E-46A3-8170-7448E6A0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F555B5FD-27EE-49EC-AB25-699CD25B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78D97F46-75F2-428B-87D6-71CAC779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483F37DB-B216-4AC2-BBF2-FFC94872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9FF35BAD-BFA0-4BEB-85C0-43AFC359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7B692C0A-EF05-4F2E-87B7-2F982003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26F8F2B1-3FA6-4F0A-B173-45FA245F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AEBEF337-9C9A-41C3-8096-4C7A9934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7E5F6203-EFCC-4B0C-8538-C8384AC0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7DBDA55E-FCB7-4D67-93A8-EB2C1711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DB91AE2A-CFAB-47CB-8149-67EAFA74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83997000-81CF-4258-8F46-45D79E4A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1B2DBA83-CF53-4AE6-B24E-A6DB993F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A68725E1-7691-4A88-8003-670DD51C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58F8BDB7-0CD7-4235-A610-EFE7DF45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CDED0BFA-9A8C-4487-8722-5088EF7A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821859CD-4193-49B5-94EC-5F76D4D0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3B2D32C2-AF70-4AA7-8B4B-BD5B582C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4E0506A7-447E-48CC-A880-73D25FF3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5816AB0E-5C74-4472-BEDB-878C88DF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63B26535-6732-485B-8591-2DF25716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AB0024AC-067E-4C4D-A310-5558A276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8E51E18F-ECA7-4594-B1E2-306D5FD7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C4A6785C-FD07-4368-815E-1B7FBB27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805570DC-7B54-42B6-A851-02E81D32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F5E21121-9115-4184-970A-5970D8F4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C9E80E69-913A-4C71-9C6E-3F9293D1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A376D5AE-077E-4C16-B2EA-A8AC72D6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4ED4A955-7A48-40AD-9D76-48954D34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CB0382B8-0C10-431A-88B9-07120EAC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B845D021-0CDD-487A-9C2E-7F09808F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686BC08A-9414-4AB8-A71B-3D18D950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E087E5F3-BB94-4E26-80BF-D743E7BF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41B7B09C-9D21-48DC-834A-2A8E5FAD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224A6C26-FE55-4E88-9C8A-AD931E8B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E2E8C93C-C88C-46B9-B8D1-742603B3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5BD8C8A3-D4BE-497D-9160-28E1C989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00C49D71-C0A9-4D90-AEC9-4B50F896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A63BDD14-76DF-4594-B534-CE8741FE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7D5BA982-9666-4505-802D-0A55BEC4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3F8FBA39-43DB-4E08-849D-0AD12C3F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C1CC55E8-DB89-4C8F-AF48-739B208F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7709B2DE-C5E5-4D90-AA3C-9C49D1B0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B1A73ADD-9124-4E97-88DA-6BBDA560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ACE0F119-AD97-489C-B14C-B2BAFC51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0135252A-F319-40CE-A63F-D561424B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3686D8D8-326E-4246-B749-23297E3D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6623C5DF-87B6-4F74-A548-25BA7A5C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02EA9218-60F0-404E-A6B5-8368FD38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4FC67098-AF98-410A-87EC-A094D724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7A15D04D-2537-42B8-85F4-D64D87A9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C5725D63-B1CF-4987-880B-331E4637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5B30232E-3CCB-4528-AD2E-B2F70362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E01AFB14-1DE5-474B-8E17-A38E0300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B534C36C-B1BB-4BA6-BC70-F2E5A0D4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4A8F6EC1-A1E8-47E6-BDA3-69ABA601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EFDBF519-3152-4400-AAED-2E54CCBD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AB0AC20A-615E-4E3C-B4B5-2F94CB0D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A15E449D-5D71-49F4-84A0-AF615A76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EE4817FD-14F8-41E6-9C66-E1B6D5D4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92FC94BF-2DBE-43C4-9984-50C70F9E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7F03174D-1FD5-4FF5-83C0-C11083BB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9313754D-8D36-44C5-8034-AB1EF31F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B1C3486E-8500-4B9A-91EC-B9FF5187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8BC2AD40-6B0B-4018-97ED-5184B951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8E4C9C98-84E3-40A9-99AE-D81B8808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808791AF-F646-4E74-B6D0-5AE22A5F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5EBFE3E0-077A-455B-B834-5E4EFF5F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AFE423D9-E751-4557-985A-8FD4B62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D08A4D89-FDCB-4559-9005-83ACD2D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4BC1F7B7-D4D0-46A5-888B-36EF3A76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C70AA966-69E2-4EB9-861C-974B09D2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42F4BF8A-B989-4752-950B-6C717BFA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E041FDAE-2837-474A-B16A-825B5AED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DD19AEEA-8C5F-445E-A641-3068B0FF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27079C15-B845-41BE-93B6-1879FC5F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8839CB1C-3AC4-40D3-8C8D-09734BE2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DA4DF6A7-7F17-4134-B0B4-2DFCCE8D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681ACAF2-374A-435B-AC57-E109B8DC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2C1DB609-EAE1-497D-BF3E-B1216CE2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6002E713-CF07-45A3-BEC1-1AD9A9F8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5B7C2261-6460-415F-862C-F8ED8683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9A33A235-1325-403A-B22F-A5FAEE2F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36BD7F2A-9DE6-4F17-A90C-B1851653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831A19FC-95B1-4AE9-AB68-69E75BD4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332CC6D8-44E7-48AF-A3E1-31E95FCF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A75F19FA-153D-4CCE-95C9-90508D55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97DE1F3F-5D08-4203-A136-730347D5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3E3EC54F-1BB1-42DA-9344-E4A83CC1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243DE366-D0C6-4615-8784-69B212CD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87F9B376-5702-4E76-ACCC-743DB367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B3E5B420-D3EB-4F37-9F67-C5CE90FE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819751C0-8FDE-4B0D-8F91-048DF43A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237CF145-76E5-41F0-9E8E-046075CB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1427B809-56E5-4AA9-BFDA-5BF2AC8E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0FB4828E-87A4-4DB8-B748-BC08E3D7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D1F82B0B-2A3F-4AB6-B60F-9B0A9ED2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D7C4E4CF-0E4C-4308-83CE-3FA325B6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0CF8889C-507F-4CE9-B3A9-99D96D71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86D4AFF7-0EA0-4504-8947-0A2B64C7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46703791-3B33-4695-815B-CCB21829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4E84CE4F-0B7B-45A8-989A-4031B93B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3CBF87CC-8F76-4FA8-AF75-A287F15F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AF5B3A21-69EB-404F-A210-51082ACD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7CE91A80-B6A7-45AE-8422-9239DCE3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EE6F14E6-C502-4734-8B33-02A51DE1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1765170C-E388-464F-95A5-5B39C7F5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C686773C-F925-4D00-AB34-1ADD818E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A2AFD2CA-F446-4CE8-9F85-E0A7ECF2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1482992C-E41B-413C-AFA2-6D223E46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B0E59B67-2385-4D78-A48C-1C089A35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F3F65338-FE9F-4137-A8AE-C742F138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64537E2C-4EDE-4B78-A601-2ECE951C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1B1356EB-5202-42D9-BA44-5B859CF2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4DB07C96-79FF-4C90-9B07-BED83058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962C61B3-23D6-496B-B20D-42116B5F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FAC2C7E3-D366-4132-A074-EA20F7C4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77FFC0A7-EC02-401D-9AAD-73B5330B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42526CA2-0329-4AB0-8BC4-6418DE6D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B88DEA80-AC66-49FC-A446-4077D051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81FE07FF-DF67-4D6A-80D8-3D3841FE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32D38F60-2AF6-43F3-B69E-3224923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594BF457-BAE7-48BC-AD8C-23B0614D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DA362E63-9247-4167-8D39-E04A2408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D608A448-FE4F-4D88-BAC2-05BAEEE4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5A73CB8C-FF24-414D-B5BE-7D253711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ACE5C056-EF9E-41F4-B75D-584833AC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573DB243-7F22-4259-B2D0-A6146455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1F313F20-3C48-4D2B-89E6-37204C06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8FCF879C-87FC-4348-A95E-6701FA97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E8287803-6369-48CA-9628-7FC925E7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CDB0DB82-8E94-48C3-8669-853289FB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C46BB2D8-1557-4087-94F4-35D2CCA1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EC5AF252-8463-414D-BC1A-77508F02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B968D13C-F7F7-4504-A0AF-8319572E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0684188C-8C32-4DD0-91E5-DC35A033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E1ECE628-D924-4B9D-AB11-66C4B4B1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D41A2091-A563-48E3-973D-D7CC28B3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2C185294-4154-4E49-8288-662DFD02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94753D3E-1ABF-48A7-8D7E-57A5C8BD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61B03BB7-CB76-4F55-9D6B-BCBFA976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8D74E5A2-4777-40F9-AD42-D291A024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4EC31D03-8B34-43AF-AC00-B313EB6D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ACE592AC-8224-4079-BA12-6F733215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4B155322-0E1C-463E-A635-259AF0CE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C5A75B45-6CCF-4CB3-B14E-547D195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C27C4E41-47FA-4454-97FC-315F03CF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19BA33B7-BCDB-4BD0-AC4C-9791317C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195186C5-7399-4C2E-9615-1959BA0E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4E338B69-ABEA-4DE9-AD71-A9D299A8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A8EDEB43-B35B-4CEE-BD21-A63D3298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50ABF231-3FBD-46CC-85B9-3F0DC25F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80B89416-1F0C-42F9-8FCE-3526F2FB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AF00C6E1-D032-459D-AD7B-94989957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B6D4B7DB-139C-49C7-82B0-B0A84CA0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E974A7A2-2324-4529-A156-A1A7442A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6C822E31-38CA-456D-AC7B-B03900D6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9AA1BC34-854C-4244-845B-98C0282E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7B185CD5-F507-4603-9261-63142D45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D6015DE4-089B-4177-9EB9-432F8A51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75415047-526F-4F2E-8246-787FB7BD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1F461A5E-1C79-497A-B150-522B892F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79BC3986-5485-46A9-B53B-BFCBF156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FD31DE01-CF4E-44F9-B39B-84FC8F95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3841C7BB-518F-49AD-9B08-CF66D970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5AD5E87B-A95B-4C85-A810-6EEB8CEC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E54191F2-6160-4321-869F-09524519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20167E48-664C-4E75-8B7C-6E6D32F1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A7E9F4ED-4157-4935-833E-F0E4E7A8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36A4C501-904D-4601-99D2-9C2D09C6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DB4B79D5-7C3D-4841-8DB4-BA07721A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83E8C79B-29B4-4058-A4AC-9E0837D2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438E3E07-85D4-41DF-B754-35AF1EC5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3F2AB485-9B9A-489C-A395-2C9DE7D6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BB6E0229-441D-49EF-9A9F-F1137597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36C5128D-0215-4BE8-9F26-A55F4058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A2677C5B-3373-4E57-B8F6-FC3ED744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F428CA08-281E-458E-9230-EB6696FA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7BA7BD11-9B65-4C48-9B7B-A6E73661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0175916F-0B66-4C8E-9420-1E3C3F3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8A677812-4951-43DD-8E07-A66C377B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A14BFCDB-74C4-4040-B284-5B95AA3F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E346FBD1-C761-4FC6-8839-65C96440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D988AE7C-AE08-4884-A7C5-0800162C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38BB8416-6D3B-43DC-885A-423447A8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C9AB293E-394F-46C8-B82A-AA95169B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14FE4E96-00AA-4BBB-BA8D-09243C30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FEAF51D3-D60C-4B0D-BC2D-C73C2E4F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20D81783-50A7-4EE6-A0E8-92624F97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2B3CA5BB-7C88-4C64-88CC-090A4C21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CAD6B14E-7D25-4005-9A7F-96D17ACF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512FB6E7-85A9-4217-B4D6-33F7B719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76EE74BE-8238-4B94-807A-69BD0983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E08DD1BC-5553-4E0B-90EA-1E880026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DFD9E13D-3969-43AC-B7DA-FB5ACE58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A86993AA-8396-404B-8214-A0CBD395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6D47AFE9-88E8-46CF-AAE4-FCD270A0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AD509F5C-5261-44F9-84B7-3EFBA9CD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2C4024C9-F864-4F62-A6FA-D0F7A944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0CB00102-9139-410A-87E0-B3BAD658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FE8FBCEA-89F0-49A1-B312-4BF91E64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33DB17DB-967C-4F06-8336-CEEFB376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F8556816-1DFB-4A10-A08F-DDDA68D5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96EC0D0B-ABAB-40F3-A289-9B717625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4D0FA8A1-76D8-48B5-AA29-A41361E7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B4067E1F-7CF9-4FE3-9612-4AAF291B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D14353F8-767C-4811-8C51-3BA277C4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0DFA5A36-779E-41D9-A771-23A41F3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DA80CE1A-7BB6-4FE4-9CAE-CBC63606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147C6F33-9F02-4BB7-8C19-62E784D6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44D194D1-EA27-4DC1-AC08-203872EF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D3D10E68-658D-4E2A-BA81-53B4C60F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56903A43-429F-4BE1-ABDC-3817E313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42738D02-44C7-4607-9EBB-C19BE102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AD3DA673-DE40-4D2A-8FB3-EF21870C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D4A6BE82-9C62-4C6D-90B7-E557C09C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1A2DB160-56D7-46E3-9A76-72262556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FFEC9F02-9B3F-465B-A321-077EEC64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C1ECADD5-4FE4-4DFD-8B05-94045200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141BDC03-38BE-494C-9D6C-9EF91BAF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856C6EB4-85F0-40EE-B49B-1F6299C9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B4402E4D-FF89-439F-B622-370EB5CE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45061366-A359-42DF-8D9C-021AD4BE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9441F942-D911-49CB-A509-E1284B0F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2E0EF5E0-84E6-4F86-A9C1-B2BB7667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42C81BA3-ED55-4768-82F7-6BBE5597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FBAD4DCA-5532-4321-A5D5-9CFF1BB1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64F88F03-9922-48E0-8AC9-305DAECD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1DBED82C-ED80-4EF7-A01A-D07EEB91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906AE679-F4D1-4EFF-B68A-BE2A7CE4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19F3D987-FF41-4D86-BA2F-7BBF2414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5C55501A-DA7D-4394-AF37-961E4EA3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72FADEC3-2B20-47EC-95AF-BC82452A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9699E0CC-A613-4803-9284-D688FA9A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E1AFA1D7-4E1B-49A2-9A0C-45D992BD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9E71BDCD-574F-497D-9380-61DAED01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83CA9BAD-8D72-434C-9720-221F8974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8A69803F-A01D-470F-AC00-61AB8253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5200BB85-A7C7-4A3E-9ABB-DD94A97D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896A1BB8-15DE-403C-B668-7B3D99A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76380A94-CDCF-4654-94A3-7F0882D3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542D710F-201C-44F0-AC30-A745D1C4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F84E706B-9056-4762-AC3C-595C860A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8CC6A717-17E0-4269-8E31-4ACF378A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54DDCDF5-D271-46E1-8C83-FE6D5BEC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EDA141BA-7DFF-46BD-B1A0-646BD758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F80C277C-81A8-485B-A41D-9CFDD299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8363B8EE-3391-448E-ADD6-5A70974B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6A78A14F-BDF7-4F84-A3C2-00ED11B5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D0B23311-6B3E-48EB-8E96-C364C33B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1B927958-3744-4B15-9EB9-90B86996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76B51D55-779D-41A0-B13F-33FF0256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7B9B3ECE-0F3A-4DFF-AF20-2327E2D6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6DB43E60-3B2D-4243-9C68-B13147E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20270A64-A1EA-40BE-9897-C91E131D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F6C04F8B-2760-4F73-A5D0-91A3B0D1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3BE2AD0A-433B-4F2D-9BC7-9F65B944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5F0279B8-9E3F-4682-BD5C-40475BF6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6E61138C-D931-4741-A6ED-665252E5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BF10F127-F7B9-47DE-A762-F4B3110E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CBF43A15-C7F8-4673-BDB7-DE56F20A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8C666EDE-278A-494D-992B-556D16F5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BDA7B672-E52C-4C18-8CF2-DF628FAE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683FD9D7-AEBB-479D-8CBF-09C9F8DD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1713B80E-4FD9-465C-A659-C4E7836E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E6260AF2-E567-4685-A222-FDA118D5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39EF7763-FE8D-4FF2-B132-25AA78B0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BB4EDE51-8EEB-4929-BF30-48EF4144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788B6440-1D01-4EF3-A56A-F9560247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A42E1472-2A55-4EB3-9A34-028BDD5B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8061C244-A10E-47C8-A63E-9FC1754B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4CB55CF3-3ECA-40EF-A917-B25C6AEE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6FD5530D-4154-4EC0-8D35-D025A6E6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EECBD461-FA56-4374-BCA5-8CF3A48E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2025CBA5-7437-4384-809C-47340C94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F3209F81-CFF1-4292-9C73-96FEF2CF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80893EA4-E479-4428-8AE7-1567F384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F506ECFD-F407-4F94-A724-E40477F8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8A827BE1-41AC-4A9D-B7A4-D29EDC0F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80F0758B-3D8D-4128-BBF0-E01C110B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9199877B-67F0-454F-9CA5-C3220A40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87BB0E05-8391-4816-9595-4E224E1A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64188B10-358C-480B-8B5D-FB363496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6C8EE8B8-BB1A-485E-BD11-FBAB7D13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0731E476-ECF7-4976-AB5D-E2B6C003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7B2AAFB5-1A57-46AA-9F8B-C0E13257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149C1742-C004-4550-B75C-41712626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99D1E13D-CBFF-4FB2-938F-92B8C468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4D0BB364-4C0F-485C-8859-A0A5E307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C77D508C-F3DA-4853-A37E-6FFFB394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AF98B002-CC47-4D27-918F-AD41F2F5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91F2822C-6058-413C-9B48-0BCADA01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50C15721-9F53-4D77-895B-C45DC9EC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7737E8B7-0EE4-46BC-91EF-D44ADF1A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EF67AFD4-AA28-40E8-93A7-D73B8649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8FBB2953-BA60-4FDA-8089-43D2FF94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F1E48B26-0731-4798-9C74-672C71CA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9C203BFF-5ABF-4BCC-AFB8-3B964EF5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9B00C2CE-C4A3-45D4-81FC-CC5F04D1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7976AB9D-7DD2-4D42-96B7-C236D800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BE503C8A-4D5D-4C08-A3D9-015497F6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650CA2A2-1BD9-4954-AA16-D784C086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442352D6-D467-4BD3-AA4E-915A5156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027CB338-547B-4108-A687-167DC1E6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39A1B862-4510-4A79-AD12-7FFDDD48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33B84456-A5B7-40B9-AF60-65D170B3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A805658C-2C1A-47BD-8A31-DE639DF2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886A56D2-3CCD-46E4-9086-F874F0DB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CB840B80-0BFE-46F2-8B1B-820A313A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6411FED8-0953-44BE-9AA5-DEBD71E1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B7AD6FF4-0519-445E-BA1B-C6E4006D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2D5D3AFB-0226-47A2-8E52-C0484FEA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F7F7C46F-B87B-462F-A9C1-18C0B1B9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A7AF0920-FFDF-44E1-BE28-4A16C3B9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2CABB6A2-85EA-497E-A04A-4E634AB3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5C52301B-97D1-4041-B8ED-3CAA6C6F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192B12AF-D4BC-4764-A57E-174B7B16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15A23614-F1A5-4A01-A72D-1F586FD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3DC19B5E-AFF6-435A-AE9A-624D1DC6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5658A024-884B-44DF-BB4F-CC0655FD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BAC9BCF3-D0C2-41D0-AD85-FE25A29C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3D94842B-4F8C-44EB-9C0E-B680C2F8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BEEFB137-F1CA-43AD-B8D6-442FA917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A74F6A52-1138-45CD-A679-185FA328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5A62D32F-F024-4DC8-902D-205122E8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CEDDE1EB-F3C9-48E6-AE45-4E9E9EE1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AAB9C2F1-AC04-4BA4-9AF0-2D16C2E5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D050141B-08FA-484F-A4DF-01E71F45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FAA0477F-066B-464A-BBE5-531EDFC0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247B6077-905F-4C1B-916E-4BC8089C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6F681883-BBD4-47AF-A5D4-6902C749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DCA1E0B5-40B2-4A09-9D7E-3D5F22FF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F700E11C-DAD1-4121-8BEB-21F15636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BB29C7F6-A08B-4CC9-941D-96CFFA55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開源核心降低導入門檻，收入來自落地與治理能力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DB2897C5-289A-420A-8A76-C216AD05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程式碼可公開；部署、整合、維運與組織流程仍需要專業服務。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415CE0FB-4063-4ACD-9C01-0AFF940A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0275"/>
            <a:ext cx="3276600" cy="33147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EA0B3E68-4274-4D87-8054-167A51A4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276600" cy="33147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A4BA2C76-00E8-4832-B506-44E2DBB1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E5C6227B-1827-4549-A26D-F32C2ABD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24D191BD-62CC-4026-8F81-DD7EF5AB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OPEN-SOURCE CORE</a:t>
            </a:r>
          </a:p>
        </p:txBody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87DD8E2C-FD37-4CDE-98EA-C3159AEB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762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免費取得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自行部署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可審查架構</a:t>
            </a:r>
          </a:p>
        </p:txBody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38FE532C-9267-4E08-AF6E-5580CA07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目的：建立信任、累積使用者、縮短 PoC 週期。</a:t>
            </a:r>
          </a:p>
        </p:txBody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609C86EB-034E-4726-AF39-423F13BB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62350"/>
            <a:ext cx="628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97546EBB-94BE-471B-9DD1-5F6872AE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81225"/>
            <a:ext cx="3009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A074F2EF-989C-4CDF-BF98-AE0A118E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3009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277B088A-D3D0-4F0C-A514-8F7A7970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5267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E43BABE9-F8E4-4986-A960-851A2AE1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2410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4DEDCEA0-7820-46E3-94DA-C70B5A40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7172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D75B7F8E-7720-471C-9D8C-ADF67239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導入服務</a:t>
            </a:r>
          </a:p>
        </p:txBody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46B6CB80-E52B-4986-840D-3C54C3DC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194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環境建置、資料匯入、部署與教育訓練</a:t>
            </a:r>
          </a:p>
        </p:txBody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93BEB3D6-DB2C-4218-AD78-3AD7EA5B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81225"/>
            <a:ext cx="3009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5884477E-392A-4551-B636-05BEA9DD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09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2F104C98-A555-4469-9B2F-C5DC9B17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5267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B7541E55-8D26-4683-81FE-86B0157F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C71B24D3-6482-487B-9351-82909282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7172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9286A528-6FE0-404F-911B-51DAE289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050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系統整合</a:t>
            </a:r>
          </a:p>
        </p:txBody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5B84F281-EB0C-4E10-8833-43553BB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194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SSO、權限、既有入口、文件來源連接器</a:t>
            </a:r>
          </a:p>
        </p:txBody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EC7E4C91-FC39-4BE6-B904-50BFF111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33825"/>
            <a:ext cx="3009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B9A4AD2C-9543-4754-906E-709F9859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6200"/>
            <a:ext cx="3009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3B8CF9CF-F122-417E-BA66-6CCD786B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0527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763A9A9E-6437-439E-815D-C00DE7D0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7670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59924D7D-591A-42CA-A738-63B9800F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2432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27CD0DEE-DED9-4B96-AD01-3A780DAE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57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維運方案</a:t>
            </a:r>
          </a:p>
        </p:txBody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91492098-D479-4125-9045-ABAAC5DB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720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備份、監控、升級、模型與索引治理</a:t>
            </a:r>
          </a:p>
        </p:txBody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2FE70758-8B02-49C0-BCAA-6DD5DD40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33825"/>
            <a:ext cx="3009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09BEEFAD-0818-4491-9684-DADC4BD4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30099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9FF3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C82C394D-77D0-489E-8CE1-BB5AD0B3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10527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ECB7CD2D-4F38-4E59-81C8-5CFEBB91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A59569F3-2309-44A8-AD51-EE4594EA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2432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6E8814D4-8C03-45D2-AF78-FA0DEBCC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57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進階模組</a:t>
            </a:r>
          </a:p>
        </p:txBody>
      </p:sp>
      <p:sp>
        <p:nvSpPr>
          <p:cNvPr id="1074" name="">
            <a:extLst xmlns:a="http://schemas.openxmlformats.org/drawingml/2006/main">
              <a:ext uri="{FF2B5EF4-FFF2-40B4-BE49-F238E27FC236}">
                <a16:creationId xmlns:a16="http://schemas.microsoft.com/office/drawing/2014/main" id="{293FB9A5-51AB-4436-880A-392D80A7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多租戶、審批、評估報表與合規稽核</a:t>
            </a:r>
          </a:p>
        </p:txBody>
      </p:sp>
      <p:sp>
        <p:nvSpPr>
          <p:cNvPr id="1075" name="">
            <a:extLst xmlns:a="http://schemas.openxmlformats.org/drawingml/2006/main">
              <a:ext uri="{FF2B5EF4-FFF2-40B4-BE49-F238E27FC236}">
                <a16:creationId xmlns:a16="http://schemas.microsoft.com/office/drawing/2014/main" id="{CF29CC34-D342-4A66-B2E5-014ECC51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81675"/>
            <a:ext cx="2800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6" name="">
            <a:extLst xmlns:a="http://schemas.openxmlformats.org/drawingml/2006/main">
              <a:ext uri="{FF2B5EF4-FFF2-40B4-BE49-F238E27FC236}">
                <a16:creationId xmlns:a16="http://schemas.microsoft.com/office/drawing/2014/main" id="{ED4CDE7A-8D94-4748-B78C-50EB307C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2800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77" name="">
            <a:extLst xmlns:a="http://schemas.openxmlformats.org/drawingml/2006/main">
              <a:ext uri="{FF2B5EF4-FFF2-40B4-BE49-F238E27FC236}">
                <a16:creationId xmlns:a16="http://schemas.microsoft.com/office/drawing/2014/main" id="{D29D40CE-EAB7-47C5-8F61-6B52D056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BUYER：行政／IT／資訊主管</a:t>
            </a:r>
          </a:p>
        </p:txBody>
      </p:sp>
      <p:sp>
        <p:nvSpPr>
          <p:cNvPr id="1078" name="">
            <a:extLst xmlns:a="http://schemas.openxmlformats.org/drawingml/2006/main">
              <a:ext uri="{FF2B5EF4-FFF2-40B4-BE49-F238E27FC236}">
                <a16:creationId xmlns:a16="http://schemas.microsoft.com/office/drawing/2014/main" id="{6FDAE48F-AD6A-4169-9206-9C615E29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781675"/>
            <a:ext cx="3219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9" name="">
            <a:extLst xmlns:a="http://schemas.openxmlformats.org/drawingml/2006/main">
              <a:ext uri="{FF2B5EF4-FFF2-40B4-BE49-F238E27FC236}">
                <a16:creationId xmlns:a16="http://schemas.microsoft.com/office/drawing/2014/main" id="{F1DFA12A-F49A-41FB-998F-9C163E92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53100"/>
            <a:ext cx="3219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80" name="">
            <a:extLst xmlns:a="http://schemas.openxmlformats.org/drawingml/2006/main">
              <a:ext uri="{FF2B5EF4-FFF2-40B4-BE49-F238E27FC236}">
                <a16:creationId xmlns:a16="http://schemas.microsoft.com/office/drawing/2014/main" id="{01006CF2-933A-41CF-B422-D844B220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3067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USER：學生／教職員／內容管理者</a:t>
            </a:r>
          </a:p>
        </p:txBody>
      </p:sp>
      <p:sp>
        <p:nvSpPr>
          <p:cNvPr id="1081" name="">
            <a:extLst xmlns:a="http://schemas.openxmlformats.org/drawingml/2006/main">
              <a:ext uri="{FF2B5EF4-FFF2-40B4-BE49-F238E27FC236}">
                <a16:creationId xmlns:a16="http://schemas.microsoft.com/office/drawing/2014/main" id="{C4510317-1047-4C03-BB08-5B898087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781675"/>
            <a:ext cx="3219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2" name="">
            <a:extLst xmlns:a="http://schemas.openxmlformats.org/drawingml/2006/main">
              <a:ext uri="{FF2B5EF4-FFF2-40B4-BE49-F238E27FC236}">
                <a16:creationId xmlns:a16="http://schemas.microsoft.com/office/drawing/2014/main" id="{1E3F7B6B-677A-4E85-9B3D-2AF6BA52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53100"/>
            <a:ext cx="3219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83" name="">
            <a:extLst xmlns:a="http://schemas.openxmlformats.org/drawingml/2006/main">
              <a:ext uri="{FF2B5EF4-FFF2-40B4-BE49-F238E27FC236}">
                <a16:creationId xmlns:a16="http://schemas.microsoft.com/office/drawing/2014/main" id="{803F6456-3647-42CD-AC88-E528C61B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00725"/>
            <a:ext cx="3067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PARTNER：SI／顧問／雲端服務商</a:t>
            </a:r>
          </a:p>
        </p:txBody>
      </p:sp>
      <p:sp>
        <p:nvSpPr>
          <p:cNvPr id="1084" name="">
            <a:extLst xmlns:a="http://schemas.openxmlformats.org/drawingml/2006/main">
              <a:ext uri="{FF2B5EF4-FFF2-40B4-BE49-F238E27FC236}">
                <a16:creationId xmlns:a16="http://schemas.microsoft.com/office/drawing/2014/main" id="{392C4614-9EF2-4121-A75F-FBDFE62F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5" name="">
            <a:extLst xmlns:a="http://schemas.openxmlformats.org/drawingml/2006/main">
              <a:ext uri="{FF2B5EF4-FFF2-40B4-BE49-F238E27FC236}">
                <a16:creationId xmlns:a16="http://schemas.microsoft.com/office/drawing/2014/main" id="{AC59012E-D0D5-4F76-B395-F0E963DE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A"/>
                </a:solidFill>
                <a:latin typeface="Aptos"/>
                <a:ea typeface="Aptos"/>
                <a:cs typeface="Aptos"/>
              </a:rPr>
              <a:t>SCU LAW RAG · 非官方學生開源專案</a:t>
            </a:r>
          </a:p>
        </p:txBody>
      </p:sp>
      <p:sp>
        <p:nvSpPr>
          <p:cNvPr id="1086" name="">
            <a:extLst xmlns:a="http://schemas.openxmlformats.org/drawingml/2006/main">
              <a:ext uri="{FF2B5EF4-FFF2-40B4-BE49-F238E27FC236}">
                <a16:creationId xmlns:a16="http://schemas.microsoft.com/office/drawing/2014/main" id="{9A28A71B-2572-40FD-B8FD-D311198D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48718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5304B1-5BFF-41CD-A954-3BA527D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8CFD6-36EE-490B-A198-9616DD90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2EB14-3726-4599-AA54-6A05D3BD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DCC16-BDA7-4F6E-B484-C3030FD3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D3A7B-DFA2-4B7C-92DA-42734BEA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AF488-27C3-43CA-9237-97076C04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27F2E-2EE8-452B-A1C9-56BD11B4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B79E9-BAD3-40B0-96F3-9EDEDADD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E37C6-F741-4D27-B1DE-716DC8F3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69A5D-5DA1-4AC0-A33C-239EC3B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647D0-8178-4E3E-B1F9-A9CD9DEE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4EEBA-038B-49A1-8D26-C337A7CE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B7FC2-D456-4D57-9D8B-B76A38E5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F6F9E-874D-4545-9BE4-B14A2E72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C57F1-C34B-473B-B482-401AF535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9F443-2E76-4DD2-B019-788656D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73706-259B-4A1F-838B-2D97DF8A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6662D-ACBE-4A36-BFE6-2ACCA607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CC8AC-37A4-42BE-BD3B-5090227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754CB-82C6-4E5D-8A76-AE388B01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4F6F0-9225-44EB-90A2-8DB354BA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E89EB-AFAC-45C3-BA5F-F7C1BC37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39144-815B-4F95-857C-D734533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9C9A4-D197-43F0-9290-7D93329C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20E9E-71DE-4DDA-9D26-40D56143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972CE-381F-4B90-97DF-48838AB0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D462C-E928-423F-8F92-6BD5FEEC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7E24E-185D-4254-8FA4-DE50E506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77FA96-B06E-4E2F-8728-2A1D5986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F7111-3866-4A2A-A595-ACC24021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DEEC00-6849-4B5D-915D-0DF679EF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D11707-E9EC-4B04-9AE4-0F0AE2CD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E0F45D-F459-4EFB-A3CA-1F3B274F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1AE192-110B-415F-BC31-AE29B67A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7EB6C8-BC16-4CE2-826C-4EFAEBAC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01A4D4-5A3B-4118-AA9B-BB12D996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041AFE-1FD5-4B12-B37A-8DD462A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F1FB59-5BC9-44BE-93C6-E0091B87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6ADB60-E7A0-494C-B09A-A04971FA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BF6952-C1E5-4779-8FEE-B2866A7D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34E288-7670-4930-AAD7-4F4E26AC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7659AD-A926-43D8-979F-F0F65E28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BFB6AC-C206-4DA2-B9EE-F7648EA7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A1F640-D359-4E2D-9578-47874432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8123D1-84DA-4FF3-9CAC-125EDF6F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E68B53-56A3-4087-BEF1-03EEE5C1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2AE56E-4309-490F-858E-986C58AB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3A9447-8F4C-4A53-9F27-D61B7315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B86423-CC48-438B-8492-FE28EF21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EB5E7D-C156-4FBF-8BF5-3E178A11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49E24A-11BC-442D-A9FD-0D570702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0B0C79-5B5E-4A09-AB2C-1706DB8F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B26A9B-A45D-4BBD-A5EC-ECD445E8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A3499D-59C3-4BEB-A779-D624311A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60C73A-C635-403B-B03F-BF885D86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BA0226-BF7E-450B-B579-1C5741DB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ED1313-75C1-4E17-B88B-5DC6AEC2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9E6496-E3F1-4F16-AC49-557F66BD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B6172D-3567-4EC4-9CF3-4F0415DB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1EB202-D70F-4E34-876B-23996066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13B1F5-EE9D-4748-868B-E357F9F9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38D13E-AE83-4B2F-8C7D-89471590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257FFE-FD24-441A-9FDF-C0794D46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6556E61-B8BC-4A90-9ED1-719CA383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1EFBB13-B469-4B51-82EB-22E2EF55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06C3FA0-E3AA-473B-B365-E7DEB41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5BAF014-46B3-457A-A3F9-6BF729E6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CC5461-0CEE-4361-B221-91412534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BC70107-EEFF-45D3-B1AB-73D1FAEC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5A6DEF-266F-454C-A2DA-083377A1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0C234F-ED01-433D-B4B3-007243AB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443AF8-7AB7-4537-9212-3CDFF481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604787C-00FD-4B66-A86A-CC979019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0FD3B9-FEF7-462A-978B-43FD02E9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599BB38-E69C-43B0-851B-E7E8E330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44C804-AC4A-4967-861D-01601D23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9F256B5-53AB-4353-9344-2DF0E584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F47D2BF-DC07-41EA-80F1-2838D8A4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77CD556-F71D-46AD-B0EA-B90256C0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814628D-EFCB-4DE4-8B1C-353A3A67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E70A8C-0F10-4DDE-BFC8-0403FBD5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F649716-D1FA-4EF7-84B2-B4721E5D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2EF8AF3-404F-428E-A047-931EB785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EDA166E-E2F8-495C-9608-E540DBFF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283DC78-9121-47E7-8A01-961B524D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582603D-476E-45DF-93F3-06E336CE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C45AA9C-936A-4499-898C-EE638070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9B5B038-2067-4963-B4B0-8D52920E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5676158-5529-42ED-BCE7-91BF632A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F808A94-EAE5-4EA8-A48E-047570F4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D8C89E0-8C17-4826-86AD-970BBE85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A0714EA-B592-4C33-BFF1-87A8A5CB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18A923A-E6C7-4DC1-9ED8-DA7FCAA4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1350650-2A7C-4CD4-983A-E481DEAF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DD262ED-AEDB-4677-987A-11B9BD3F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4D4A83F-42D5-444C-BDC7-87030FDA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515D3E5-E66E-4C5A-9750-4D393FA5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4A7A75D-5622-4FC4-8470-6D6898B5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3121329-474E-4B4F-BD13-62FED5F0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6C7D1DC-436A-46A1-A62F-CA8DC3AD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A10B041-8CDF-476D-BB56-7FEC0476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8D9DCD3-9D0B-4E44-84FA-089C44EC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7BA9EAB-44AF-4CDB-B491-5E2FB9B1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A44808C-16F0-413F-8866-0A6EA0C2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605A17-E17A-4131-8C93-BE6EE97E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6D1AA30-CECC-4CB6-92CB-AB762013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1987B22-E253-4C29-A085-7CE74682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F792F1C-A150-4DA2-885E-2EA0F084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D3EC233-1796-4F1F-809C-706485C4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7C30D89-91C1-4D42-94D1-0304E91F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F5F1EBC-9FF4-449A-8C98-064B1E41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32C2516-98F1-43E6-8CE5-68586D34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BB3E930-AD47-4E3B-82AC-345EBB47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39E947A-AD6B-449F-8BA8-5AC19A3E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982BD9D-A29D-41F6-9AD4-D9A23094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3E4F030-010B-4E5A-B437-3045AB80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D3D1A80-5B05-40E4-8A14-8F6C7AEB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42244C0-0BFC-4D7D-BC7B-6D337C22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3E0A212-0739-4043-9F8D-75B87908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2AA49D2-C429-4E2F-813F-F66B05BD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1118291-49E8-47EE-8012-18006DAD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21AA746-FAA8-42F2-868F-921AFF83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B6CB7D9-B358-4811-8AD8-73769DC7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A81A151-CE02-476B-909A-23742E37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2D901D2-6BEA-489B-B93D-71ADBE7C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EF15FF0-532B-41AB-B072-052CEADF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E4E9184-EEB6-4356-A61C-36D6E2CF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0AB90CE-F579-409B-BE0F-99FF67A3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4181465-D275-4B0A-847C-926A558F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F16379C-1A61-4FB9-B7FD-21653571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1A35240-0783-4F70-BB38-0AA1A6F5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91F5032-67FF-41FF-B533-BEB56C6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B829041-4C2E-49ED-B263-FA9447DD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2C71641-FBAD-4ADB-A547-8DF1FB17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0E92ACF-15ED-4470-ADAF-09FA9577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B0C778D-FACA-4830-8C8D-65731F2A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F4B5BBD-A4DF-4B64-89F9-A2401C0C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12D0C34-B8E3-4CB8-A192-BAD9FDE6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4E82C8F-9FA3-41D0-BA5E-2D571E63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628F936-65F9-46ED-9B32-12C0DCA1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FCC1043-9F73-465C-BC1A-34C811BC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AE625EF-8FE9-49B1-91C6-01EA385C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6F8B09A-7F0F-4240-A01E-3CE5096A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8445AC5-228C-419E-84D4-FA0D2D38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0C2817D-5C99-423D-BCD7-67292F18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A2DA7FF-A489-4469-A916-35491935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356EB71-862C-463A-BE29-47BEC7B5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EEE97D9-BFDF-4823-9AA3-13181D14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56D7D7F-7C3A-437F-B6B0-15A2B9B6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A4D2715-5D59-43E0-B409-2D42CF8D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C24CDD7-AA46-4154-92E7-BB315999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2C7B564-43D1-4DD6-A5E3-C66CAA2D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A31E894-C529-4F77-AE82-7FAF7FE1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47F5EA3-C3D4-4A0B-A405-0F4D3D52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5026E82-2DDB-4F8A-A9EF-C78F9A58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FFFE702-4AF4-4BAF-99F2-91B3240E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8283C68-7C93-4B68-8D22-BC6D51F9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D46DF97-CE71-4C42-BD1C-E12758C7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FCD3A60-D1E9-4CB1-9B54-07213353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0B40398-F45B-4E95-9EB6-F219E16C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CED3D6E-E290-4AA0-9951-CA913467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37E06D7-44C7-4AC9-8656-BD3BCBB0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1B7B277-7CB6-4C44-A536-B18D5E68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A955E08-AD99-4899-814A-F100A4E6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04C1A3F-56D0-44D3-8879-53034F53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F53DB13-7C66-4EBE-8184-81A2C5E6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7B2DC16-58FC-4670-B59E-8DF7E213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35FD0FB-45AC-423E-8425-1555CCD8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7E2786A-8E94-4DDA-BF11-F4FEC178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40DE2D9-8CB1-4D44-8308-E24C0235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7043254-776B-49CB-AA52-B63D09CB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9799529-3CA5-4790-9852-8E9F1E33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8F0E1C8-CA1C-4BF1-BFDC-DF1B1D09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436249C-1600-4DB8-8FC4-66B43404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5158BA6-2F9C-4F40-ABBA-6E557DD0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453D500-1E68-4119-8E3B-51B0EC5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D98FAE1-B62E-45BC-95D0-0AE2B792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25075E3-5AE5-4B6D-A1D3-F4E87F4F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9CA13D3-D231-443E-B2F6-8D5F0D30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58FC04B-4F1D-41B3-8D23-5DCC2E85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104D2E8-D4C4-4864-B083-351BB9D2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1603817-EF39-4CC3-B332-F9EF0BD1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43E55A7-C48E-41FC-BC0F-89D109D5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D248E73-9344-429A-9472-A0A9DEF1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80A2F3F-5C39-4BC2-8943-8CB309B2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117BBE8-C0F0-4BEA-A930-4BB181C2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030E000-8F75-470A-89F3-8C8C7838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40DB93C-C818-43E4-AA08-B1A32E54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0004C56-BDDF-415E-B7B9-909D8481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AFA2259-DAFD-498E-8648-1EC140D8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F57620B-481A-412E-AF5D-A4A1AE4D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C55413E-D9BB-4093-A538-1139D8ED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CF10646-D113-4098-9A2A-980C7DF1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1BCCA1F-E9A7-4824-A9B4-F9F88460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4FAAFED-FF3B-45A7-A772-675A741E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67F2E0A-1412-4546-8A58-7C0AD147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38A5D33-5022-45CF-BA39-BEF018B7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7B90F3D-1596-42C8-987D-D62E11C8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FCF29E1-5F21-48A2-9EA6-5BCC92B4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8EAA6CD-5BD9-429C-8317-D7378B0A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D963206-8068-4A7D-B50F-0B955305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E4D0470-3CE9-44A6-A142-25603F10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7D825EE-F525-4D7E-9EA0-B0EF48CD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C7A9992-AD31-48DF-B98A-8050072E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16CDC11D-A23E-4F5D-B0DF-E8E0D530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19D8F60-0ECD-4182-8022-8607A58D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04D27FA-9D29-47DE-A511-DB6B6219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23E45A8-298B-45D0-85D5-F0688496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7D07C4F-316A-4881-8E98-45485FA9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911CA03-8130-45EB-BA63-076F0CAC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12E7403-882A-48AA-8C9D-E55024FF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473EE23-8312-4297-8951-ADBD009B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1B0602C-F3BD-48F9-BAA4-F11979E0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0D36F9A-CAE8-4867-9C2A-A4A5BFF5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447F8AA-F09D-4B63-AC29-440B8915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774793F-BE70-474E-B7F4-07B39910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285A86B-E791-42BC-A5A7-3CAD6332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0290C89-20E8-4AFA-9139-8E2335B7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6B10EC4-965A-47EE-BD7A-ED523EB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AB39C280-D704-47F7-AACB-EEE3294B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27C6944-22BF-42A5-AFE2-D42267A4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8CE9265-21D1-4BCF-806E-51C8C163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1F41B9A-E002-40F2-A3A0-0593DDA9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9CE363A-FC13-4E23-A94E-4ADAB41A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7AAB5C1-8523-4193-B40C-8B29B0C0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E33D52B0-55C7-4579-8B9B-CB5E6D84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0667B9E8-CD94-47C3-ADB1-8EC1C931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DC33351-AA05-46F1-9997-49CDA16E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B72893C-065F-4CB0-A7E6-4D1951DA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72A6EABB-01D0-46DE-9440-3BD64D29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4F82721-7F89-46CB-BEB3-A63E8C44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7050958-6261-48EA-9E2B-63F6418E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06A3FD6-6500-40B5-972E-42C2A351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615FC7F-48C7-497D-8015-C50B81F4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02585C5-95A4-4EF7-BBBB-912FEB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7FEEF617-8951-4E03-977A-F7617751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07ACCD61-06B7-4AC5-8EF6-C9BE38FF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79D36964-BD3E-4C66-A36A-CAD2B070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48A38E6-D04B-4F88-A7C2-E9209FAF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B718D61-4B7A-48B1-8A6F-0D86694B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9B79D1E-3F8A-4932-B30B-73CC846A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165C5D3-BBFB-4338-BFE6-CF311A58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F2AA93F-B330-45BF-A216-456CF61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4987E09-CD17-4F76-83DF-BFBD6E03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B72BD74-CD4B-43CC-AAAC-D14D34C5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6958875-9E89-44BA-BDC9-FD621D98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0C3F7EB-72F7-481D-9271-3CFB2997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9101B85-1CEB-4010-BBBC-2B1BF7EA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2B22E8C4-CE68-443A-9BAF-A4B766E9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87596FB-3DF8-4572-9395-BD0BD789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74C0D94E-8C84-4EFF-A54D-FA1B8C70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93E2A4AD-7FF1-4B2F-AD67-57F1F1BF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98A9E9D4-D41E-471C-997E-F5487133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F7ECD19-1FE7-404C-B617-BF2F906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C37ED557-772B-45F8-BCD5-F889D99E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987D7FA-0078-4423-A136-AAFE7CFE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A2616D4-138E-4B41-A9E6-1CE33D4F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578206E0-9313-4E56-862C-6CDA6EE7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39EB0E4-5EF7-410D-84C3-F308F0F9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CE02DA6-2D95-415E-B88B-99AE70E4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F24D49C3-03E5-4A4A-9B63-ED5B2742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1587F571-E408-4658-A74D-69C2AFCB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4AED6C52-FFEF-42BF-A224-FD79AA7F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45736500-44B1-4ABC-A080-40CA15D5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5555DE2-4C1A-45DE-BCF8-0C352044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CB755102-BAE9-4636-814C-D064AB60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BF2203B6-C514-4478-881A-9A4EC941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B188207-46B2-40A5-941C-59F17BDF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10B26907-E169-48AB-BF96-FB78F471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8A155825-BDF2-4DF9-B021-679A1C48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C607B20-4401-4767-803C-C8DED78D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1DE61466-2610-4243-92EB-B3CB5B0E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FDFCB622-A64D-49D4-870D-EDE0FFB7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82814673-B792-44DC-A021-92470868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AFE2247-0F30-417E-8482-2C957666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1991E6CC-9135-433C-9166-EAE8AA3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5C063F65-8C53-42F0-B1D6-C285CC11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66CE2C4-E734-44DE-A3DF-5D1052D8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4A3EBD9-5056-4877-9761-91BE6AE6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F4FAD334-9F9E-4FF3-92A1-901135E4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5F92E2C-0CF5-4AFE-9216-2666934B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83939E22-86F6-4CEE-AD42-9A4C052A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DC2517C-16BF-4B97-971D-9C9214B0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3E91E7CE-76C5-4303-915C-49431226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479E9CA1-6AB3-44A9-BAD2-86436C48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8FEFFB8-FE2E-46BB-B433-A8FE6ABE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8FAC1A7-DBAD-4EE5-B2FA-B3608B96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488EA2DD-B5DB-4825-B283-FD977DD1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5C8961A4-675F-4772-BF42-DECCD027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CE90C209-FCEA-4FA3-89F5-6A77DF41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D270D68F-D933-4456-AFED-D9DB01BD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C226C904-2749-4035-99F3-4E08B3CE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1A2D792C-F430-4D6E-AEFE-186EBD5F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17CDE8DC-D5D4-43F4-A561-F9AE24E7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A0B40CC-F983-4D7F-8732-8FEA5EAA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73F4DD21-D53F-40B4-9F6E-0E82B27B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177FE2C9-E766-4978-B671-7AF66E9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61571495-4EFA-4F5E-8D11-5DFA2A84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935E9E99-753C-4FB3-BB6B-13079F9F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1EC6735A-9EB7-4F86-B72A-572DC2D5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88F9796-9014-409E-8987-CB7A47BE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4D725DD-EE98-49A9-9991-F9BD61F1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263BBBD1-4386-4E7C-92C9-F1BBA07F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419961F-59F5-474A-B777-30C23E97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4DAD4DED-B5F8-46B4-8216-6A16AE04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19D9B4FF-1DBE-461C-AC80-33A8D55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9B396FFA-E065-468B-BD61-B79C40A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77C926A0-C5A1-478A-853B-11F6982B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1DE2C0AF-3D9B-4947-82BF-487AC4F2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0A3FBE3B-E88F-4F79-8F02-97660155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A29AB370-6BC6-46DA-AED8-35015857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3FAA9497-4D54-4504-A25C-3D511296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D53F3B12-654F-4ED7-8C0D-F6F9F54E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BDCCBB0-8AAC-4213-A3EC-E7848CBD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7DC0E94E-EF3F-4EE2-A61B-8AF1FF2A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F51FE1BE-9B14-481D-8759-7D552FAC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55B74055-9228-4ED2-ABB8-DE848BA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3C12EA1E-47B5-4F1A-A077-42A21AC9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23AD5504-399E-4C64-BD3C-B77769A3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A1FAB4B8-4528-41F2-ABA9-6397509C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5A7981C6-B753-459A-A251-777979A4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FB3102D-AA1B-4D18-8D16-E549B949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A4647E9E-91B3-4540-8D61-CDF81022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5607FDD0-20F3-4D8F-AB6A-31F3F87E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D2B05CE9-A2C4-4F8F-A4CB-9153A911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A2BD9B9E-7CDA-433A-9E66-6182E2C7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35FC32BC-4EB0-4C32-994E-6882E50D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8D5A86A3-90E1-464D-BE8C-9EDD510F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6ECEA62-9B61-45BF-B035-A6B57E13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4A137128-1242-43AA-8742-779D222D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4B8FD0F7-3251-4D00-AA61-48F632B4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C2333AE8-27DE-4BA9-ABC9-BA407DAB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45DBEA13-BCE3-422C-8643-854D59D3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6F5FF95-D7E4-45CB-BD39-A3F6DD50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5812FF1A-46EE-4527-8E71-8929DE3E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7A1E8E90-A099-481D-9368-082DDF80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E407DB54-B9B6-46CE-BA36-E8AD2050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62736406-97A7-4396-99C8-2BA82A5F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233E4DCE-48E9-4F57-9B31-73E19A60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F3615A3B-CE62-4B69-A2D1-A16DA31E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23A2D72B-916C-454D-9BA5-20D647D3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1A9AAF6A-545D-46C2-8C2D-D99F36A4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661889D0-EE29-4E85-A182-02399547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182BEFB0-C06A-4CA9-8B0B-09CC9CCC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2A54DA75-968F-4B33-96FB-33ACAFB3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8B5F2566-8A6C-4A19-90E3-D58737D6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1079737A-5475-436E-8239-FC185EFA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5E031728-6131-4165-9FA4-8945ECA2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E474E9F4-13F9-4BDE-9FC7-7C3251BD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03C02760-18DF-4FA8-8028-41D1DA16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EAED3433-2AEE-4553-97A9-ED9A16BD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851ABD51-CF3B-40C9-9BBF-E52D9CCC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DA0138A3-2002-46B3-A467-D74061D2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D766BFB2-7204-4804-826E-FA0CBEBD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6E411B56-3E82-4720-890C-BB6A5D67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FF30AB5-D077-4FF7-A3A8-F00CBBDD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E2642334-A5A3-49FA-B609-0C0FD27F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C5CD6D8B-8E0C-441D-90CE-32805CC3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A6D11C71-BC66-4A66-B9E9-94BA1D61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76572C6-6F59-49DC-B510-F860B51B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9248AD0A-0E47-4059-B475-6ABE40F4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2D103EAB-568C-47DD-A8D0-C5410AF3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76142761-D2C3-40CC-BF0E-A0B4A1A3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94B9AFB-1731-41A1-9E92-E3563732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A062947-136F-43E1-9EB0-25470ADF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79A81E00-3F00-4C04-A0B9-C6E8041B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7A92FDD2-4AA2-4968-98EE-E2076FEF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1425B03D-34E0-4929-9140-9BD42CAC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C8C47F68-AB48-4234-98AF-BAF33C10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6E371090-D701-4D26-BFDA-521DBA49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9DFF6F49-39A8-440A-A475-0E2E5A82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24129503-7BBC-465F-A597-1E6B3EF5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AB4C0104-B17C-4F68-B228-307CC343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B24843F1-21F5-4444-B3DC-1A2755F3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681C77E2-EA92-4574-A7CB-19CB7BE2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EC2EF984-DA42-4165-B1EA-354297E2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AE7D42F0-E0B9-46C0-AC97-0492FFBC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6C8CC495-CA50-4AFF-A4C7-A96019F4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1376A811-BC13-455E-8A7A-321CB229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42F07908-AA15-4DFD-91CC-0389D1AF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015CDB1E-A30E-40AD-B157-1C42366C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CAF331BB-D8E1-4F6B-9FA7-CEA72422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8643193-CEFF-40F6-B36F-5F0E9AD2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1067AF8F-914A-4319-867B-40DE24C1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F9BE60BA-9142-4BD8-B62B-C6C9AF6B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A8AFCE8-DB6B-4026-922E-66B82C6B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AE4E0294-B9B5-4FCA-865F-F4BE04C5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E744FB91-F2D5-4061-AC8D-4DCB1ED9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13C8089B-C5BD-4F74-9EFB-48E5CEE7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1A9D817D-4D3F-4ABC-AD1B-8F38E26A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9C1CE9C9-4CA7-436F-A193-AB0644F3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2664C9DD-F88E-4806-A639-D2DCF59F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54D9FEB8-6E37-4156-92A2-A1ED4734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662EFB7E-2870-4EB8-BE85-827CAB91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D15141B2-5DB1-4467-B2FB-02D72527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94941C4C-DAF4-4F98-B9FF-773678DB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781F2296-B863-430F-AEA5-EA4FE01A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901328B-6127-40FC-96B3-A8C6AD36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783A52C2-2DE1-43F7-8623-B8BC2EED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099594E3-E381-465C-B561-3B591F27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6CE7197A-024B-42C2-AE3C-AC9022C1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128A2FF3-54E7-4FAD-A690-9185E235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ABFE717C-7D7D-4CE5-A827-9E185C5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68227C19-B96A-4B05-BA6F-7559A7ED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2B47119F-EA83-4463-B829-E828A290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D42064F9-6908-4D55-8DDE-4CFF3670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855C41AD-7B84-4E98-AEEC-7ADD0771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B262AC08-5E04-48EC-AD10-56C3B36B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56516AC-1BB9-45C6-A453-7EC6414B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C33F29B4-787A-47A9-B50F-7D1963EF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004D7224-FEA7-453C-8460-55A50902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29A831AF-418F-40A0-8A2E-6BE60309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0CEE511D-A9E9-49DA-94C6-B8E8C667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B4175744-8241-4A0A-B42C-94D7DBE4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40607B10-AA1C-4202-BCC3-36013EB7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03DB1D9C-AF34-4CCF-92BC-6275686F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819C41F8-C9B8-4A97-9ABC-9BEB0485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55924702-5F9B-4675-B5C2-CEEC7478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1BCC0D43-B85C-4986-99B0-4222B2E5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9F77A36F-82E6-459B-B9FF-71B36D2D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69F04793-19AE-46E5-9BDE-F5E0FF5F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D52BAB88-9574-4FA3-BBBD-F736F3E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F8AC25E4-B36E-41C6-9069-E56B0E00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FCB12307-D737-4160-BB6A-FC8376A7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4101E266-DF28-4C33-88A0-F7CD903D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DFCA8BD9-965C-497C-A7FC-3F80503D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9CFFCACC-2525-4768-A4F5-223FF9A9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D760947A-9683-4107-BD88-32AF6689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C81E125B-98D2-4AC2-8AA6-B8F2E76F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4E33C6D1-614C-4170-A6D7-1C62F452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889448F6-E346-40B3-96C7-972F3798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988DAD28-F956-4998-B562-E406856D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2612E39F-7478-4ECC-98FE-7D2F37C8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73BE8CC2-D2C3-40B2-AF55-DE52E9AB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049827A1-7A50-4ED0-A42D-02D341F8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7E9225EC-4AA7-432C-A3B4-24626AF2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37A39877-7DA9-487D-B443-073D4DB1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B8627C72-8FAF-42B0-8070-061F3499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CDD89281-3DC0-414F-ADBE-EA0C8107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BB0217B3-EDD1-49AA-A436-A78FEC77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8700ABEA-DC80-4FEF-A527-7EEDAB94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EE15A7D2-0616-477B-8FFB-7503A8D1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3A264E60-C11B-46BF-BA5C-3664C1ED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AAE297ED-7236-4212-8638-E96F6811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6F7546F7-2738-4992-96AB-E0D823DE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67ED6B53-9663-4BFC-BCD9-3F3CC814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28C34009-3E5B-4E49-8BAC-B991E8FA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332A9044-574D-4FC8-A0DB-0B57DB08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82FCFFD1-00C0-453F-9055-AFC8E2EB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ACEA5B55-E9F3-4E36-8F11-711BAEBA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5CF1CAC3-62F2-4809-9460-8F16859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4CED747E-2EDD-4045-B864-1AF488CC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DC9A0FF9-ED40-4927-A6CB-02456D85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2C62B0DB-BE4D-4590-8295-9D582A86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D71AA994-A1DA-4051-95CB-236FE4D2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745E32ED-CFDB-4729-990B-505D56C5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28E9036C-E50C-4537-90D6-434158F5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DA19BEB-7D22-4C49-B376-4EDEA30E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942B39C7-167D-44FA-A719-A72077A9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131FCDC2-A328-471E-8E47-A37EA927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BE68DD0B-B8D7-4C84-BA85-90091C08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096FB12F-B863-4928-A6AB-BC1A6DDF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815231B4-366B-4A36-97C7-E3C04135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57369558-66B7-45AE-80B8-E7901396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21DE3D7E-5CCF-4B04-B00C-59432548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AF503C4C-AAC2-4CCE-BC9F-AA2AE2F5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38FD8A05-675D-4C62-95BD-735C0808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60CA00A8-140B-4627-B6F7-95DFDBE0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6DC36EE8-9329-4A4E-BEAE-81C719A9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51BB6790-3FAC-46D6-87AD-E8D008ED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19666C51-200A-4691-A751-0C88BEF9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8F4F355F-73CB-4D0B-AA24-975EB50D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8021541D-460C-4793-99C8-BE4BF11A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876160EC-1836-4C4E-98A0-2050412C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B0E12059-CC1A-4C62-96A6-1A9F3EC3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EC752C4F-25E8-4DEB-850A-E682806B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EF41A043-6AC0-4AB0-8A6A-C1341CF4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A0CA8F9C-A6B7-4DCD-AFAE-C5ACD620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BADADFF5-4218-4F55-A5DF-E6E96CFE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60066764-BCB3-4C98-9AE5-B24E017E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C2D8BEFA-780F-4258-B729-F8DBCD87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219049FF-9DAA-4BFF-91B1-EB63620D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277E246D-091A-43F0-B563-9117733A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B2DC57B6-7B12-4523-A58C-6A6831E6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2C6F72BA-E8CD-475D-A7C3-ABC32486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F4415364-A1E8-4CAE-9E0A-74CCFF34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5C7E1287-4E7B-4C1A-B8CE-6D637E18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DC82916E-5659-4F85-AB18-38A7F614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D9A0B2F1-EE9C-4920-8270-AFFA2861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3FA8F490-724E-4FDE-8041-23D34A8D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36547613-BC71-41CD-8616-030C0C08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10E80E5D-98A5-4556-8374-E9924AAB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DDE81102-EDDC-4FEE-B0E8-6676F37A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35906FC5-2E8F-43EF-AF2E-E1ADF9C8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08D4245E-F120-4404-8C59-EF288D65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BB9AB456-47F7-461E-AF56-E5FBE55D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A35A6397-E566-424E-A7BF-D0651D7C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38AE8AF2-EDD9-41A5-838B-C59744D7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740D925E-1A03-4C3A-BB1F-ADACBF3D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33933D7C-0D53-4E9E-A53B-BF881481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BC5CD779-DA95-4F8E-AA50-D992616D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90E83C64-EF6F-42BA-BD6E-DADFA99C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E3B84C80-61A5-4CA5-9793-69A60F1A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11BDA540-F9DC-47CD-AACC-04AB67A2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C03636D5-426E-4D3C-9EB5-2601E554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64426763-3469-4511-8AC6-9324F41E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BF15B5ED-F878-414F-86DE-CCFED485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1DB248E0-937D-406C-B5D9-85915DC2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863545E6-C341-4B8C-AA91-9D172322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01A2174A-D801-4EA2-8A36-7A3A2A44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7684E2CF-0241-4E81-B536-90DE011C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779AA5C2-241A-4B81-AC65-729BE41B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D31B5B51-43F4-4A29-A02E-6BDE2B1F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5F5C8720-454D-436C-9340-5ED09A4E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F10E6AA0-D9E9-4C3B-A7D0-CFE1F591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86164749-BA6D-4DF1-8330-BBBF23A9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2092CDD6-4B41-428F-BFA2-65D1138E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0BA56459-D3D9-475D-B2A3-541EECED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37FE0027-ADEE-4175-97EA-84F6B1D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AC188EC8-D549-4C21-8C4D-4A30AB99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4A8F8F1F-DB73-40B7-B99B-84772204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188F3D21-A6C7-4AA5-8CB0-24B3F239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07DD6F03-E434-4D58-9252-19ED950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BF41BF36-447E-4E18-A496-C2BB3051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946D2B2E-2835-4884-8143-88DDFE65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A9BDA46B-6399-476D-9317-1694573B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1785521C-A825-4155-8C6C-8DC9E5C8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8B4DB63B-1A51-48DD-852F-BCA0C360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2C03414C-2BE0-4FE8-8424-A56B4FE6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29E3F607-B32F-4DE4-ACA7-4B1DEBF6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D0DA2FB4-1EBC-4908-AFB0-0CBC4B7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CE1031E2-1F7C-4FFC-81C3-5CADDB2B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A0702235-A365-4171-B0D3-92D085E5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C50E127-C406-4F21-9AF0-BEF0F8EB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BEE75BA-8647-4482-AFA6-9FCA69A0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DC7CA3A-B22F-4DB6-AC8C-76E55BEA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ABF9C31-DAD3-42A4-9F72-F24C9AFD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1FB0F7E-D35F-48EF-9C26-C88C46B7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49E3D16-AE90-4828-8F11-D5698BE4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0AD62DD-5AC6-4EF2-9017-7D4B6E87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7058E56-BC43-4181-B95A-AF25E07C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F82EF868-2356-448C-80AF-0CD7084B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62B5B78-DCAE-4E2E-8E38-3EAEDAA3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E3994FC-B812-42A9-A769-B17A87E2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E89AA27-AC39-49DE-A707-2A6228DF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4A9FAA6-B127-4F56-8184-4012A57A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AA6A114-2F77-44D1-A1C6-552EFCF7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7E6ABC7-3684-41D6-862F-73751719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BE1FC2E-B5D9-448D-8DF9-15B103EA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2FA72BC-D667-4DB3-A7C3-BC834701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67CA6517-8EBF-4E2E-A937-A642B1EA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822D04F3-6CF6-4175-B356-6E648059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0F6830A-32C0-4101-BA23-0C7B336D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F39399C6-E203-4077-AD23-C04D715A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ED8A136F-DE87-49D3-ABDD-E07699DF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67F7524B-0FA9-46F6-8E21-EF352A5E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DDBB20BC-1C68-459C-B43B-72329ABB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33A3A16B-3E3A-462D-9616-27D95E3E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5AB4AF7F-C01A-47E2-AC09-475EFB1B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CD833F8C-9E86-4593-9AA6-5C23D2AB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BBB9300-D75B-4EA1-A36C-625488BB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0F098E68-48B5-468E-9E5A-2B3D008B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9F5BBCC-61C4-458B-94B3-743FA200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A354805-42F6-4226-A9C3-621B1AE9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F5A5D29F-38DC-461D-85BF-86F724D4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7FEECB90-BEA4-4E73-AE26-A05052B9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34E723C6-F197-4892-9226-ACF08F65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98828C3F-E0AC-4244-80C6-A5E1EAB4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320A6AC3-CFC3-4B0B-86ED-6242A3E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ABF10430-64A4-422A-A4FB-8DFA44F7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E22B382D-4366-4CCB-847F-9B60FF61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C4F3CB33-D994-4C99-900E-0C15F0F0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5EB59819-1E1B-44CC-9974-057EB59A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EBB3DEB-5594-42FC-B257-7FCA9EF2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06FD48D0-81C9-4A74-BAA9-FC10365A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ED4750D2-5EC4-4937-95C1-C80E2727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449220F2-A558-46FD-AB45-73D26AE2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B0BD04AD-0C96-447F-8957-C18DA49F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BD4DBDB9-F294-418F-8E3D-47A58B1D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B374DE46-0D76-4439-871C-E74D002E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9E8DC141-C969-4B59-8420-93611191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5A431A72-4CA9-4931-809F-62204B9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58D16AD4-0EF1-4F9F-B521-B9D2D2E3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DEC666DD-BF94-46E9-9B0C-F97AE920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416AE0AC-6BA8-492A-9E70-61DC4066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AE29629B-2A69-48EB-8030-F369CC58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5E27075B-A799-4BE3-862B-1B31DE86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3C6FF4B7-A835-4049-A6E2-10543988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31BEEF7E-0BB3-4528-9D33-CE25DB32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B09668A1-7D90-42FF-8C3F-3AC86F66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EAA6AEE9-30DB-4CBE-8807-5453CE87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3E902A94-53F4-491E-ABFF-D839B0B1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1784ADCB-85F6-40D7-AF0E-6D00F78E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C3749068-1284-4A7A-93EB-80ED10A7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5C2B82F2-FD7B-4E74-A25D-37788C42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E11C13B4-F6C0-4103-84ED-970D43F6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A5E1B18E-863F-4F23-B877-7785592F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BBBBF839-BC9A-4A7C-889E-CACF59DE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EDC7DC5C-DFBD-4DCF-85E6-1304950D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2F59604C-AEE8-4ACC-B09F-E61CA531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78E1834C-4206-4097-BD64-57CE00C9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D1B6218C-7C36-4E23-A005-60F2EDDC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A0BFCDCA-664A-4EA2-BEF7-4E45B331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F88B7E07-761E-428A-ADC9-FD493D55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921091AA-43F1-4878-AE44-A8EFFA7A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7C9A66F7-B1A0-454B-B69A-6DA79B1D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F2731919-5B53-4781-B5A2-962200BC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BF5774D6-9106-4FA2-B715-B699324A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5368360E-0D94-4785-B9BC-F451236D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82B93ECC-AB3B-46FA-813C-4FB1872E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F3054A31-A229-464D-A6CF-18DD9961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BB3E5523-3D2C-47BD-9ED2-153D4A20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663C97D6-30FD-4AEA-9673-73DB235F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2D626239-A867-4C8C-AAB1-F6349D4A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A26BEECA-FCCF-4A49-965C-88100BFD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BD9632C4-7F38-468A-A582-89D78A73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0998A717-FC37-4BB5-9312-5054BC36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9E7E1592-54E9-4C09-81F1-4F32E7C6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4518FD99-667A-4B60-8063-32DA678D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E9DDC3E4-7A8E-42DA-926D-701FB2BC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5A09C55E-7392-47A4-9876-315FB192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0270B6AF-7B03-44AB-95DC-AA62F68A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BA65A9D9-BD54-4393-BD6E-FB15A685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14AE5B50-4EE5-4DA5-ACFF-23905836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7E236C56-089D-4F16-8D9F-8CDE69D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2A3F6560-CE52-4C8A-A4D7-0DDEF3E0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A0B18A26-5FF9-43B5-B604-E92F1315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C8B30999-0719-4E34-A759-C85698B5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483DA959-5D74-4B83-9FF6-8855B454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9840A3DA-9D9A-4E78-847E-1C903253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70C8755E-8D1C-45C1-AA50-C2CA8E67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EAAAC64D-1469-4692-9C10-D61B6C2B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C0B12C30-F4D6-4A4D-AFE4-B5AD037A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D7AB2E27-1A83-4E9B-8B3F-4857F597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44195D82-9151-4C3B-AECA-F0E37272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0B27357C-ADF6-47AA-B58C-661B7B36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E5452A36-C105-4139-A2DB-F3A7AE0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8D9ECC3C-4EA7-4EBA-8D99-C9AFA4BA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78BF10EE-E6CA-4F17-A9DA-4C653E0E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05EDEE0A-6BC3-4CC6-96C7-3CCEF9E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838CA520-3280-49C1-A4D6-77B2A44E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E75C3022-F6BE-427A-916D-AAEE083D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014AA30B-E830-48D2-848F-42471727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D965FAA2-6CA1-462B-97ED-47206764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D80EBF1A-E34A-45EE-9FF5-D19CCF28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D3ADE744-245E-4AAD-BCC2-E9791A2D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91014B68-014D-4604-9799-D2BCC2D5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31D577BA-0C4F-449A-BA4A-39B20C06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7581509A-F71C-4965-80C9-808E1219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4134708C-2A9E-4176-AD48-8BC526F5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A21B6602-F511-4DE9-A6D4-4D535554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6F506EC5-C88A-42DF-A588-BD9E6158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AA5C6DCD-9851-4741-B685-20D99762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C0E96DB0-9221-4472-9B17-964CDABB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395B923C-5FF3-4F35-A2BD-6B40F1D7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9EC6D23E-3D5B-4E99-AD93-26673484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6F95E28C-CC1D-4873-89B4-238D2B82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CCF98CA8-C96D-4BD3-AA70-4E0C89DE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F6A1D4B0-726A-4F8B-9509-8676489E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AD00D456-4065-4E47-822D-A514AF3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5240C453-D60C-4DED-B51E-611F5982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61EF904C-C47D-444D-8C57-65CEA09B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CDB7EB2D-79C9-4D73-A97D-022DD27B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F31367AE-D3C2-4399-B1B3-49FD0D77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A2E605D8-87C1-461C-9345-E98F9E73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32D60F1A-3C32-45BF-99EF-CB4B746E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43415C7A-06C2-480A-96C4-6C395830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8E0FEE8A-7A50-4ED1-92A7-A943F5DC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22C8C7FF-40F3-4F12-BA3F-D7D6C1D5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72A992C9-59F8-429E-BF38-D1B5B4D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E88D7BC7-0E0C-488B-B537-6A64D06F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3ED1B72B-201C-4619-B305-8B4E048C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7FD0F97D-5631-43D5-9490-4F6C72D1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71D84765-741A-45B6-AA25-9B8C360E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D1E08CA8-50CE-4E97-81AF-BA3EEC7E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C439E088-7A0A-47A5-A027-E2A153EA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8ABF94BF-E070-45B6-9E73-6CB0BE9C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6BEC51E3-96F8-4D6F-887F-6A5AA9E8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84C694D6-3036-4154-822E-1213A36D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A810FFC9-1675-41A5-89C2-85BF93B4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B0AB8C75-15C0-4EC0-ABB8-1BD9D621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E7F081AD-D097-43E2-883E-15E78E62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C14F6ECD-0CA2-4148-A06A-5873755E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01D99491-E49C-40BA-AA70-6F11D2CD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A80DCE80-5782-41F7-B937-50C4E614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16F549F0-B0F5-4CF8-BB6A-FAD7FAB2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91E87781-0960-4BD5-9B0F-647BB0CC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2CDD87F6-39DA-48AB-93AF-858CD5C7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90E4AE52-0B88-4705-A896-0DB12463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1061F792-A391-4529-B33D-0793E14C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E5E39525-1603-423B-8A09-9F7436DC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17A306AE-E121-45D5-BD52-798B4A08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65D34C88-4002-4FBA-AA23-4DDCB060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E10F10BD-8E3A-4D19-93DB-2442FFEE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C7009BCF-A54B-4C13-AA6B-E4CB9C52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A9AC7B5D-CAFD-4008-8FE3-258B4524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ADC69360-80F2-41FD-8A92-64851819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86A8470D-D6AB-421A-8234-42669EA3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F40B1DA2-815F-47FA-A250-A518126B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BB0F30A2-914F-4E2C-BF3F-829E3FAA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3AA479C1-15CE-4C8E-90F7-46A86BC7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D444E7ED-159F-4439-8874-DE86102E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8DF19A53-9DE9-448F-8FAE-B4BF0C9F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44C65948-74A2-4C6E-B7C9-459F6C71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120CED47-9408-46D3-B336-1AF6F245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BC0A3ADF-A181-4FCB-9B76-25FF094D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093DAA99-2404-42F9-AD7D-394D2149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816EFF28-120B-4EF3-88A1-801600ED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595EBD9F-B2FB-45AB-BD2F-E6A6E105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602FC541-4804-4E83-9540-45FC3478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33A728D4-5116-4403-A220-DB96244B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44D1B369-8363-4630-A710-34E42D04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1CD9B133-1E95-4ED2-A21E-555E0FE4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200D801E-F99D-40A6-A3F9-BECB3CA4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5D087377-7482-4A3F-B0DD-057F349B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68BF23D6-AADB-4AF1-B4DF-A6BAD0D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77FC9030-FDCE-4C82-8695-18EB253A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A8970B5A-4DDC-47D2-88DB-575C7C2F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6032E7AE-91BE-4CC2-95DA-FBD59501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121F77BD-490A-4545-8F6C-1EAD8EE2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3F78D7EF-6AE4-487F-9862-AE26DA27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D8AEFA6B-2668-4523-B828-BFD3A0A8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491E4741-0A1D-4009-ABD9-59074E72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71A2F7A8-5935-44E9-8C61-8AE73FEE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BFDC4A9E-BFFB-41E7-A878-6DA627FD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C06BFC8E-3ADD-4E2F-858D-13133A3D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256EA7E1-7293-4005-B23B-87B4B854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E5F7EE78-C5EB-4ADE-9F78-1279F915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A54B1332-E575-4DE1-9F5F-D50A9D0D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44A93A28-BDFC-40FC-996D-889350FC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E0B4DBA1-D0AC-4451-9DB1-1918B6AF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1CD894F8-5E83-4CC8-B70C-B3B7A283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249BAEB2-6AF4-4847-8D49-274F2226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A73A5219-F897-4EE9-9A78-710EDA1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6D7601CF-89D8-4EE5-9390-D8C20F28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DC8DFC25-B282-4787-BF3D-4D322406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04B4A6E2-DD49-457C-A296-2E149A24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3C41E5BE-82C1-4948-AC4F-12334001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05AFF79C-B0A8-4BDF-8FD8-4CEE9188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E2C111E3-5D5E-49C5-BD2E-1ECD9E9A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544E44FB-2B28-48FB-B974-DEAB91DF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6DF11E69-F518-4730-98C9-23001740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C40E155D-68D1-4851-8D16-6F5D262A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C2B867DE-5495-4368-B3FE-1BE8A7FF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DB7F52A9-E3E5-4BBF-AF69-67EC7F08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D05ED8BB-1119-42F6-ACDC-0E82DAE2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ADDE004B-3C9E-46B5-A5D8-CA0E047D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7249F814-CDA6-4C74-A47E-86D38DB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1AE98C28-DE5A-4FCD-9A33-B3F8F306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CD340D18-4305-46E8-A552-0030BD68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EF33169C-0399-410F-985A-1B72B120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B90E30AF-007B-484C-AA0B-5BFD9321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C4E7E4AF-EA88-4176-9D0B-7040CF62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40F2DBCF-AAFD-4FE3-92BE-AB720077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A287EAAD-CFC8-4973-990D-F6FFB12E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36C873DE-6642-42FF-841F-BECD8E87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BBD10846-84D1-4C4F-AD58-D54FB673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20B476A2-1BFF-4E41-918A-ABBDBC7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E8E25D98-71DC-48AD-8B33-D5793876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F2D41139-A69F-4A1E-9199-1E179B10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8250A8ED-7DD6-4ADF-849F-F684F173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37716795-E364-4E1B-ABDA-A11316D5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3C77DA0B-5669-42DB-8A7D-87AEE510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734F69C8-D542-45F2-8D86-4304ACC5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2E7EA2DF-9FA1-404F-BE23-5738B07F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DCD21077-2A0D-47F9-81FB-A1903DF5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226F9B64-D2D2-469F-AD24-FE0212F6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18E0912C-F25E-453C-A7AB-CCD81B8A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90CA07B1-5ADB-4301-A0B6-65C602B4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2C278A0A-F301-437A-ADF8-AA6DD4C3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CD621C7D-6D3F-4A55-9C75-71D8EE2C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01ED4C50-F951-45C3-899F-D59143F6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0612D658-3153-4D84-87FB-A25AFD95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76CA12A1-DE2A-48EE-9DAD-3B1FA6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D5805D97-752F-4862-A8CA-AA089C98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17F617EB-E078-44C8-842B-37ED75B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58A01866-E2DF-443D-8D43-A9BF1C45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8388ADD5-C06B-4138-91AE-19DE8751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9E26FB96-F27D-4746-890D-D4FBC16A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9D833449-ED3E-4489-B7A6-23410C95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4EDB987D-7020-45D5-9B41-0E1591AD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1F719A72-1E61-43B0-8855-8D237A6D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957538E5-C972-4EE7-9EAA-A1DD339C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23002784-AE3D-4A8F-92F8-43A28509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B5D49966-5114-4A48-A349-3DB7DA69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16E3ECA8-77F6-475B-A2DD-C6B66EE5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DFC2D335-A39D-42CA-8589-4D4DA636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32926261-2CE7-4A9C-91C1-E17271C9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6F54D7D9-324C-42A8-8D86-ED39B010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B320E95E-0C36-44F9-A07D-843C55B7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C053AFF3-E032-4F06-A83B-75E7E714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D6D6676D-DA42-41A0-B71A-7B2B5C40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A46B04F1-3576-48C9-81BC-0BB15AA8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66602127-D724-4A35-832D-2A9A59E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35605AD6-120E-4AFA-823D-AF1D6522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3976C4A8-E31A-4397-8433-5CFE8100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3E15C5FE-EB17-4516-9FAB-EEB59ADC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B395F054-58C5-4DC7-80E4-B45B6E20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76B7B359-D407-46DC-82E5-824F45F7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8BCD2838-189A-4222-9238-367CF4D6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7D671664-3319-45F7-B88A-80484AC4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73D51292-D401-492C-9D09-A6D220D1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71F74F9F-30BC-46AC-8B43-B4D1CFA6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B530E8C7-6FA4-4C06-9000-A58969B7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B5F42D76-03C9-4053-8341-98CB9203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2EB105B6-DA56-401D-9409-206D9671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4BBCBFE8-620B-4256-859D-7A7462FA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D0F92D77-B7F0-40FC-B33C-4B509D9A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9C6F0AED-1E5A-408A-9743-251EFD8B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8579912E-3863-4D00-AA49-51ED1912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838058CD-4D12-49FC-BD11-DE051036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ED393894-E4A2-4968-AEFE-50CB1B5B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D6EE448A-F6F2-4A71-9FD9-36DAFE68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E9E39E6A-E3EC-4E30-9082-32BBDC5F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068F8029-3A4E-402E-85AE-4FBD3304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A48692F8-DBA8-4105-A2D0-2576E9E3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CE78CFCC-41A2-4678-B51D-431DAE7D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78AF58BB-57C3-4DF4-B625-D361D981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B0BC1A83-4686-4A7E-944E-C154A534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04AC3F21-B9E7-4B9C-9EF7-F52E5A8C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B9646708-8605-4F67-B391-31381CA0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8EEB4240-2255-45FC-9CCB-4B4F21EF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706F6045-D170-46BD-93C2-ADDDC181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EE8CC246-E0A6-483E-BB53-161A98A4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9FB6D7F0-A2E7-416D-9686-D9E8A0F7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05E72E77-5E9C-4DF8-B608-468C1E30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5FBC847E-EE1B-4A63-B7EB-96121C12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B975D7AF-50E7-41D7-ACC9-72AA23A2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B81CAD94-F3BC-474E-BDD2-B91F3928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8A345BD5-FEF2-49B0-AFF2-7B1ADDC3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E3AD8CD4-7B4C-49F6-B47C-949A7667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2763420C-9878-4035-BB84-0F419097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8FD09FB0-E247-4C4F-BDD1-1402FB19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BA0A11E9-2AA9-4960-9987-4B203DED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8E975A1D-AAB5-439F-A42E-AC2A8923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74C62047-FE86-45A0-8DE3-63E1F63C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B5C17779-2B9F-45AA-8B99-7907937F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769C0F1E-4414-41C0-8204-8DD011CA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4A5FCAD7-C556-4F8F-AABA-2D094B23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2979200A-8912-4183-8282-67054651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E9426D14-A7BD-47A5-952C-D3009A36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6FA97BF3-BCFF-4405-95B1-464F7BB3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D61F7E15-02E7-4736-B361-D75F194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566B0D9B-6C2C-4359-9838-E86ED1AD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74236ECD-0354-4DBD-8C47-03455DD6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2AC87684-E351-486C-AF3E-71FB86C4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EC1F29B6-712D-4EE2-8C24-6E0280D2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7EB82E0D-C1E7-413E-A1A3-BB2A7DD9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1599F43B-BA6A-499E-B339-35D301AD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6092306E-3B48-4DA3-896B-9A55554B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BE9DF4E1-6AE7-440C-847C-DE3DB91C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023642C5-51ED-4F62-B519-20A2A17C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85D24F55-A6AA-4922-9EEF-287065CA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6DF09652-34B3-4535-8BAF-3013006E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539F9CB4-E1DA-428B-B30D-C7DB7C1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390EF926-CFEB-4B76-8313-E911480A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80DC10DC-ECF1-4610-831D-4D3B9930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A4E9584F-074E-464B-B883-1250AEDE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CE75B552-F2BC-49FE-B593-087C51E4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F268C74E-41B8-41AB-9C30-A3148D1A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02077E66-D27F-4C5B-B2E0-DE85B6DB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42524D43-DF8D-4704-B0F7-A2BA165F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A319C8F1-E9BD-4975-86EA-FD849837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7E2F101B-FDB2-4CC1-BE2E-5F82E8CE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74A3ED07-74F5-4E9C-9238-A6A38B61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6718FB4B-BDAC-4203-B467-5EBD34B3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18638494-250F-428A-BA29-058D047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E198FB18-CD48-4ABB-88ED-2F12F23B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279CECB8-7C79-45EF-A826-AAEDBB96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E6EA9A3A-44FE-4582-BE95-0B7A69D7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933188F9-8237-47E4-A49F-A098C3A2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ADA7F06A-64D5-4851-B4D4-06F49EE7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8ECFBC2A-F2D1-4DC9-ADBC-D6DF0DB5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96B307B9-2D5C-459A-B5B1-62EFBE2F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15F6E97C-B7F3-451A-B8B5-091DFF3A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42B4F6AB-14E6-4D2E-A300-E6D16065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1E6C67FE-CFEB-47F1-B53B-77BC2F5E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9740C45A-E63A-4BA3-9967-3E8FED36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40067BA9-35E5-4DCF-8544-C58970FF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F52DE480-6FFE-4300-BE67-B7B2E253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CB92D851-2660-424D-8859-E17F7634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8ACF61A0-5675-4EB1-93B4-F844E8E7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1AF965EC-0D28-4A38-B070-BFFD5A01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B73BE486-B15C-40F3-86C9-F917B29C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B2F6A0F1-8592-4049-81DF-C3EE0A17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61308B88-B49B-47F7-80F0-8BDC95DD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65D43181-6005-47C6-AAE0-00F586AC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D181A667-A58F-49C2-AC49-F060636F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5084E8DA-8C0F-40B8-955B-CBFA68DB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C4134B52-1F8A-435B-A667-00C0F896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40999A3D-44D8-4B0D-ABA1-3037E215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19E99CB9-1D7C-408D-A11C-57511A40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0FDA069D-7AA6-4E16-B2AC-28F81C08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CCEE4B1F-DA1A-42A3-9486-3E1B0D22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35179C80-78A2-4227-BF9C-CCC8249E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551A36D4-391B-451E-85F6-CB008E60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25EC4C41-4D56-46DC-9C4C-CE23D87C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2CE60A9D-90F7-451D-96E5-45351270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508596F6-FD7F-495E-BEFE-AD9C054A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8A843028-EDB4-4D94-BDAF-C71774E2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151D0B09-029C-4074-88CA-D3EFADE7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6D48956D-CE72-45A8-8AF9-C775FE0D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55F947DA-5F66-4EC7-91E9-BCB6C754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4CD28653-64C0-4A73-A659-AFB2C98C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C96D018F-8DDB-4D65-B4EB-5282E11F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81FE8F8D-83D6-4845-8B5A-08A19AD5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FC976FD5-B31C-4626-936F-551A8A56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E089ABA0-AAB4-478D-87CF-47B59A53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98CCC46E-69C0-406C-8790-97489373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9257B6E7-F9C0-45A7-AAB8-7F597A03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18435824-6DC3-4BCA-A299-693B4A62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6C8B70DC-EEDB-4C1B-9510-511BAA7E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DEEE054E-C52B-4B82-A032-F1FA1503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D9FC91E0-2D18-4C3F-B488-3D093A09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628B6A49-F731-4589-8D68-59E4FF8B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30666748-166A-4DC5-9797-AE891183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69A503D6-AC8B-4727-B6E3-27A0F9BD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E69E4A20-8B1F-406F-B71F-2DCEED69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8A4A4B86-76AB-4196-B815-7694E3C6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1249D186-F828-45E2-BB17-69A53E14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84F0997A-4178-4D7F-B782-55CB752A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8877C180-F4EE-4952-8DA8-BC744317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8569438E-7A65-4314-9AB4-0EBE42A8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0FFE921D-4C4E-45B7-B2D4-D6C4405D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AE0A9B4D-82A2-4337-81D7-91F40AE8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3184A4D8-C7A3-4E38-98E7-8708126F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6B6302A6-BF63-4272-B1B9-2B1B63E7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23E06FD9-1D3C-4890-911A-D3F70C03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9E2423C2-A55E-45B4-B102-C1A11113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1D3F08D3-65ED-4A7E-AAB6-05185D88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4D4A1138-51BC-4567-9492-9560666F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FAE82361-7F13-4B5B-BDD2-02B97C99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8CF74B39-7F2D-4F96-AA2A-C5DCE865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DB3E7FAF-17F3-4B5D-8DA9-EFB4E247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E3439739-BF29-4F1C-9347-D53D1C3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FB8D43C7-0A7B-4843-A6FA-E5AD5069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8E8AE13F-779B-4DD9-8CE9-54E63B31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DD1E32FE-C953-43CB-BD39-4D56170C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CC23C731-E059-455F-BAA9-E8D611C9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D0D06BAE-7094-4896-A2A3-CFA2B77D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06F7E77B-6C60-4DF3-8293-9298E9A6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4CCC9D2F-2224-42A3-BD2C-E971B4F8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FF297FE6-0F9D-4CED-8B93-C26B38CE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56C2CB29-5008-4217-BCF4-67C65BB5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F1856B0E-01B1-4AEE-8DD2-F444CF5F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81B07FC6-B7F2-491C-8204-E56988C9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9BB054E9-56C4-41AB-9FB0-E7CF73CD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B9FEE6A9-EFF0-4BAD-863B-3FBA238E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6FD43DDC-159A-4E98-BE95-86D9CD86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B62905AD-1A7D-42EC-9B65-9BEC6F44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486A1D6B-BABB-46B0-9C27-8AA88251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85AB2949-4D54-4C17-868E-235AB738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856F0369-BBF9-41C4-B135-10705325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4049ABE3-70E0-4450-AEF8-1AB9870C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59683CBE-4B64-40D5-AD6F-D64F2471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F5F58957-EDE3-4110-BECB-7D45C6AD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32FD6BF8-3291-4E36-B838-AF289C78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3F65067B-D478-4EE4-BEE2-42C893F4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B8570699-3A58-4F6C-8B29-B4DFFBB0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E0F5326D-C73B-4904-BF49-40A121BA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D59A8418-1C79-42DD-A01A-908EECEF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2C29C341-3770-47BC-9BB0-F52FF84F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E6559CF1-E7CF-40A9-A3DA-A392ADC6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7AD7B462-6EA4-4B09-8BA3-8D6BFFA6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63C1AE6C-80E2-4269-AC1E-EC7ED986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B4B101ED-A4D9-4894-A459-C68DAB3E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C75C05FF-4027-4BF3-A3CD-BAB56158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954D4BCF-83E7-4738-BE0E-70A8B1E3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426B8724-20DC-4F7B-8568-1C415755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9B3918CA-ED91-4FD3-B68B-DECF90B1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0C187CFF-3566-4DC0-889D-45F647D6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C856906A-8B96-42C1-BB57-43BF491F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CEBBEE89-3BCB-46A1-9B0F-89C1174E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8100B5CE-A865-4D7A-AC6F-83B4D8F4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CEB95744-7937-46C1-9BB7-935A8B9C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9C63A196-87F8-4B6C-9934-F2C80204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AA4A9423-0491-4E5D-ADAC-B6001A55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E125EB53-09BF-4CE2-90DB-7B83ACB8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F85D4BBF-DE2E-40C4-997C-4A768772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B3BD4C3D-1A31-49B5-AE79-1406D016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EA2D0295-C8A9-4BF0-9910-8223C6B6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17EEF2B8-03F9-4315-AB86-AF4FECA1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810BEA35-218F-4F1D-9656-B39CCDAA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B6B58F12-2133-4E91-8F27-FD15917F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A4BAAABE-907F-4558-BBB1-6244F800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8D3939E1-9F89-4A80-9C32-D8967146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91512D9B-AEC9-4623-875C-0D6FD85D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39E2652D-C85D-44B2-8798-D72754C2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C7AC651A-BF35-4327-93B9-54B265F8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C0753B01-40CE-4E64-BA10-5824F7E9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D1A0D1ED-2B38-4E19-9BB2-3E931FFA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0A7C0DF1-5475-4997-8E2E-57C480F6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D2913CC3-CABE-4D53-B0B2-9A0BFB58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E50C1483-B6CE-4CE1-B4CD-D3FF327F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8CE49BC5-2396-4CB1-82A7-640E59C4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3A766FFF-3DE0-4F85-BF1E-C85E1DF1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04F3485C-A553-43CB-9BE3-2483630D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F5D8A950-1EF9-4E76-9384-61418A6F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AEECC240-39D2-41B1-9A9E-4C04448A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ABF4C51E-1E39-4C49-A8BA-9996DE52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1865597F-D53B-455B-B4C6-168FF175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4556CE06-65F6-4957-9FC8-EF2B80F7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F9D0A426-B7F1-48BA-88B4-5AC8D120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5DD3F047-E99A-471B-AB59-83D44C37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CFEDBC2D-CAB3-4DF4-B286-2149826D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DC094D27-55A1-4D73-8026-57254361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86562E9F-93C1-44E4-BBB6-2ABB0D54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441C434E-E147-4300-802D-D98DAF8F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885745EA-E440-479E-995F-829909FD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F340BA83-558A-4FB6-9815-795D06EB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179A3726-E8DD-4F1B-890A-72D204CB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692FA19C-84DA-4093-BC46-27DC86A7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1388EA9C-7551-4C5E-B136-3192472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D911578B-30F6-4E81-B4B9-7D1A454C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0AF63F23-67AC-455A-80E1-64CEA668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E84F9D14-2F9D-48F7-8FA9-02FAFF7B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825BDD6E-2E22-4E94-ACC3-BEA23184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57793AA6-470D-4768-B3CD-D4543D95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2A43269B-80BF-471F-B8A8-F5CD6D9A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0E2F1527-D676-4B17-AA76-4B6C60A6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ADE82E4A-BE66-4899-95B9-7C055C14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3E7F01A7-D66B-42AE-8C58-F7A191E1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CACCD6C3-CE25-4844-9870-4C72327E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3915153C-DDC2-4CA0-8776-26B89246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BD8E26C0-8DA4-43A5-AE4E-BC5AF819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30C6CD88-4993-47CE-B800-452F4643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FA8760BE-3D11-41DF-A1EE-DD340109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63A2E0ED-9B01-47C5-BB68-752EE0CF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099240EA-FB82-460B-9997-7724BA2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734EF994-DEF6-4BE7-97E6-7BCB0833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A26F8A6E-4B78-4997-AAAB-8FCC1672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4081B81B-BFDF-4355-ADFB-AEFB85A1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7172C1CD-2A1F-4883-A903-DE22C460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D5B83CE2-C854-453C-A78E-A3060CAF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573EA1FF-E004-4A1B-9E73-39AE214F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4A2444B7-6A79-4D60-AB54-B2972ECC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DATA ARCHITECTURE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368A0538-7018-4468-A2BF-662072A8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每一種資料，交給最適合的儲存層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B87519DC-3DD0-46B0-8657-53B7CAAC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PostgreSQL 是主資料來源；PDF 與索引各自有明確責任，可重建但不可混淆。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251F96DD-0F7A-4297-B6E8-53B469AA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11049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CA394737-A7B6-4CAA-8172-2431732A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1049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CF164808-09EF-4848-B16B-10568330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19325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58E8F232-9A15-4F67-A839-DAACC103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B3D73A97-9E1F-4AB5-9B39-F4FBB69A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STORE</a:t>
            </a:r>
          </a:p>
        </p:txBody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BE1DF101-FBFA-4C81-94D7-4D6E9B76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19325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F5820713-7CF1-49CD-B606-946CA332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D5EDA14D-385A-4E66-A5CF-198A4311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38375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OWNS</a:t>
            </a:r>
          </a:p>
        </p:txBody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337A6709-0D3F-4296-A523-E37EC2A8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19325"/>
            <a:ext cx="4762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DC4B28F8-3518-478C-871E-FDA720D4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4762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9E2AC66A-D4C4-44D3-ADCB-840C07B9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61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WHY IT EXISTS</a:t>
            </a:r>
          </a:p>
        </p:txBody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F9AAF415-17B7-4E7B-ADB6-965DAF7A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57475"/>
            <a:ext cx="14287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1C117130-2D7C-44F4-A247-BE46B27B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287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B503C35C-F3C8-4AAF-AA8E-E25682C4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336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</p:txBody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8038629B-AB94-407C-B6B4-DB32F715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14625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文件、版本、發布狀態、index jobs</a:t>
            </a:r>
          </a:p>
        </p:txBody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CB2983FF-78D6-4439-BDE8-24736968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46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可交易、可稽核、唯一啟用版本</a:t>
            </a:r>
          </a:p>
        </p:txBody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2AFA722D-BE52-4A9F-BCC7-94D35646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76600"/>
            <a:ext cx="14287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1418AF55-5290-4920-8569-FB268810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14287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786A0204-3EE8-4098-8E46-935A0BBA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MinIO / S3</a:t>
            </a:r>
          </a:p>
        </p:txBody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C8111A75-B006-4528-80E5-BADBEF72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3375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原始 PDF 與物件路徑</a:t>
            </a:r>
          </a:p>
        </p:txBody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51F6DD74-0008-4799-8DE2-D4DE9EF7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私有 bucket、供應商可替換</a:t>
            </a:r>
          </a:p>
        </p:txBody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DE577590-A7E0-471A-9092-C370B75E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95725"/>
            <a:ext cx="14287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9D1A3683-E553-41EF-AE81-04193C6A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4287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EB3C54BD-79BD-4BDF-97E0-C4196376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Chroma</a:t>
            </a:r>
          </a:p>
        </p:txBody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8402C0F0-CEF1-4334-969E-4AAAF879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52875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PDF chunks 與向量索引</a:t>
            </a:r>
          </a:p>
        </p:txBody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92B20AE7-3139-4CCD-88A8-73C393DC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528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檢索狀態，可由主資料重建</a:t>
            </a:r>
          </a:p>
        </p:txBody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0240B8E6-92FA-41E5-B41F-804411DD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4287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F923FE51-6A67-427B-8687-08E17ABE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14287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9FF3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A87509B2-EC27-4016-9062-43D8674F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Managed files</a:t>
            </a:r>
          </a:p>
        </p:txBody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60E33F41-7FB8-470F-903E-3347EB4C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7200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目前發布 PDF 的同步副本</a:t>
            </a:r>
          </a:p>
        </p:txBody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BA9D09CC-590E-47DE-8C37-16FAA8C6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720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以 generation marker 驗證一致性</a:t>
            </a:r>
          </a:p>
        </p:txBody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06FCE1C0-4518-4AE5-839B-82C00174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33975"/>
            <a:ext cx="14287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D72E71C9-2079-4357-98EC-DE0979E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14287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26597213-0410-46FB-8B08-0DFE5BDB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01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FAQ JSON</a:t>
            </a:r>
          </a:p>
        </p:txBody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02AA590A-2CB6-46AF-A16B-9807CF72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展示用問答與來源別名</a:t>
            </a:r>
          </a:p>
        </p:txBody>
      </p:sp>
      <p:sp>
        <p:nvSpPr>
          <p:cNvPr id="1074" name="">
            <a:extLst xmlns:a="http://schemas.openxmlformats.org/drawingml/2006/main">
              <a:ext uri="{FF2B5EF4-FFF2-40B4-BE49-F238E27FC236}">
                <a16:creationId xmlns:a16="http://schemas.microsoft.com/office/drawing/2014/main" id="{05CBB917-CFDB-4080-9268-EBAD74F0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911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僅納入對應目前發布文件的項目</a:t>
            </a:r>
          </a:p>
        </p:txBody>
      </p:sp>
      <p:sp>
        <p:nvSpPr>
          <p:cNvPr id="1075" name="">
            <a:extLst xmlns:a="http://schemas.openxmlformats.org/drawingml/2006/main">
              <a:ext uri="{FF2B5EF4-FFF2-40B4-BE49-F238E27FC236}">
                <a16:creationId xmlns:a16="http://schemas.microsoft.com/office/drawing/2014/main" id="{DB155557-C462-4C81-8D46-8FFD0ED6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169A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4169A8"/>
                </a:solidFill>
                <a:latin typeface="PingFang TC"/>
                <a:ea typeface="PingFang TC"/>
                <a:cs typeface="PingFang TC"/>
              </a:rPr>
              <a:t>資料庫技能</a:t>
            </a:r>
          </a:p>
        </p:txBody>
      </p:sp>
      <p:sp>
        <p:nvSpPr>
          <p:cNvPr id="1076" name="">
            <a:extLst xmlns:a="http://schemas.openxmlformats.org/drawingml/2006/main">
              <a:ext uri="{FF2B5EF4-FFF2-40B4-BE49-F238E27FC236}">
                <a16:creationId xmlns:a16="http://schemas.microsoft.com/office/drawing/2014/main" id="{7A1F6C96-AFF6-48FA-8C69-1FFEC414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81650"/>
            <a:ext cx="889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SQLAlchemy · Alembic · transaction compensation · checksum · unique constraints · health checks</a:t>
            </a:r>
          </a:p>
        </p:txBody>
      </p:sp>
      <p:sp>
        <p:nvSpPr>
          <p:cNvPr id="1077" name="">
            <a:extLst xmlns:a="http://schemas.openxmlformats.org/drawingml/2006/main">
              <a:ext uri="{FF2B5EF4-FFF2-40B4-BE49-F238E27FC236}">
                <a16:creationId xmlns:a16="http://schemas.microsoft.com/office/drawing/2014/main" id="{2C7DDDD7-6BF5-404E-A017-3D4C9FB2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8" name="">
            <a:extLst xmlns:a="http://schemas.openxmlformats.org/drawingml/2006/main">
              <a:ext uri="{FF2B5EF4-FFF2-40B4-BE49-F238E27FC236}">
                <a16:creationId xmlns:a16="http://schemas.microsoft.com/office/drawing/2014/main" id="{5F593946-F890-4ADF-AC7A-A5ED2275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A"/>
                </a:solidFill>
                <a:latin typeface="Aptos"/>
                <a:ea typeface="Aptos"/>
                <a:cs typeface="Aptos"/>
              </a:rPr>
              <a:t>SCU LAW RAG · 非官方學生開源專案</a:t>
            </a:r>
          </a:p>
        </p:txBody>
      </p:sp>
      <p:sp>
        <p:nvSpPr>
          <p:cNvPr id="1079" name="">
            <a:extLst xmlns:a="http://schemas.openxmlformats.org/drawingml/2006/main">
              <a:ext uri="{FF2B5EF4-FFF2-40B4-BE49-F238E27FC236}">
                <a16:creationId xmlns:a16="http://schemas.microsoft.com/office/drawing/2014/main" id="{E0879E2A-C5EC-476D-A3B0-4B9427E8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22604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EBD2A5-337F-4F6C-BC16-81FF1304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7BBFF-E393-4B8E-8562-118E9B3F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F9C39-EE0C-4A23-8FF8-040CA10A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C803B-8069-4204-9301-914BE180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F308D-5D28-4077-8242-CE9EE4F6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78AD9-22D8-48E8-82B5-0FE03420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3F4CE-EF8D-43FB-A0BF-A013981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A59D7-A2DE-4C14-BB2C-F76ACCD2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F7A35-473C-423B-8D3C-7D34DD65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91E40-CFDC-4C67-B067-315F8168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FA45D-A7D8-48C5-A2C0-E95A75DF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17AD3-4000-4C87-8F1D-BF1FBD08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4E5CC-2CBD-4413-A367-CD17CC5C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19EE7-B2B1-4F9A-A25B-984B4372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791C1-0C9C-4806-A916-3E42AF0F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81BCA-7792-4188-82BC-F0C7AF4F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8E713-8D6C-4544-B4BF-EA37653C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23FD6-1C25-4179-AEDA-51A0156D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F2040-5D70-4721-B976-1D296D37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AF8EEB-5635-4F1C-8C6A-056F12D9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5D0D10-738B-44BD-AE09-A458A380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EA4D7-9DDE-4FB7-B093-75B7ECAC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36B47-AA9D-4320-BEF6-47FF533A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CAE0F-C3F2-4E95-BE57-8F8E37BA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7833B-392E-4324-B8CB-F67F9525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D6F002-F5B9-4739-82ED-A06C9F10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4C6B2-4D30-4C26-871A-7C4F8CD2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C30169-EF8A-4B09-BC42-48D31698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CD604D-0475-4929-8BF3-9867D791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5E4B0B-887F-4335-BCEF-22E3CDBB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ADFEDB-476E-4E98-BC12-E85937EF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9AFB3B-3379-4AD7-ABD6-E3B161FF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959E16-7992-41A6-B4D1-E83A3F1A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68DC6A-9E10-49B6-A6CD-6D4E4160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50FF01-3F88-48BF-9AD1-FB9E8773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EB7F64-366D-491A-BED4-E84722B8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B14F39-9F84-47D7-8392-043F4DD5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797961-A2F9-43A5-819E-8CC95612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E327BB-8C95-492B-9916-B6170DA1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DB337A-F3D3-41F9-82A4-99E638BA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466C02-391E-455E-8B8E-C37F0924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E2F527-C5A6-4794-AD4B-ADE386CF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365CCE-13A4-4B39-8F46-47AB0AE9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2A94B2-67F7-4D5B-8722-2AAD36E0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E6386A-4A94-4407-9122-2F0AFA9F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893611-9ED3-46D2-802F-A368E0B5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7E40D1-0EBE-489F-BC8B-E7CAB0F6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FCFC6A-3CD2-46C9-8A3F-8C54A316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F4F722-D346-4B84-979B-8484EA89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ABFA84-C0B1-4057-966F-DE0CDB41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78E31D-F4E0-4627-955C-7FB7D143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ADB9E0-E2CC-4692-8D87-64039C59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9AEC98-92C9-4271-8E5A-F951A74E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AD1E37-FA57-43CA-80E8-0B395A55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2680EC-F410-4729-A0D6-BC8865C4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7A78AD-7F84-4FE5-B88D-F128B825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A44531-7C76-407D-A083-64F7B548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BCBBF1-682B-4A70-902F-722AE98A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682B17-C868-4FA5-998E-375A8EE8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4C782B-0618-4085-BBDE-B0371C24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A836AF-6DB4-4246-BA50-D79B834B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09AA60-3C2D-4F88-99FE-183575C7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99D19C-2E0E-468C-9001-0391020D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5A5BD1-F821-4218-AEF0-A6F4E0F0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1BF3A2-64C1-4C06-9F59-4CDE040B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424FD2-328A-4B92-A41F-C7E67AB3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32F5FD-3F08-4D50-9548-5219EABB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5C6270-13AF-4D0C-8751-BED2EC66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638D5F-C783-4D6B-A3E5-6EA1658D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764B04-9503-4CD9-A3F5-C6ABD0AE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2029F50-7053-4819-95B7-85DD55FA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B88EF0-21B1-4DC7-BA18-432F1D04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9CA1125-4023-451B-B841-9955F0CE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B771B6B-73C9-4C96-BBB3-2459F95E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FEA09BF-A45C-41F1-A004-1EE249EB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F119B9E-CD3E-4ABA-BC23-A5FB7697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6270C5-7B24-4A46-9BD0-CDC92A56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B9FD2ED-296C-469D-9857-EF367375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DED3A85-BD84-4161-8EB3-ECCCECE2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EDDCD1-EC72-42E1-8E3D-9F1E4CD6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626EBA8-A3CB-4EBA-9925-1AE754CA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115089C-6662-4096-8BF5-6FB77365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3AC189B-E324-4A1C-9A24-F0171027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1B4720C-7932-493F-93B9-59284523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7B34579-58EE-41DD-8B02-50DA0C68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01AA96-168D-43C8-BCF5-77F3DE41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DD28F24-C5AF-40DF-AE43-FF0DE8A3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DF72717-B1F4-4C2D-825D-035A4C1A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8F953B3-6E2B-4582-B61E-AF75CC13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207D683-D81D-4DD4-BB75-1B605012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8F60F3E-4F05-429F-8F7B-8564BA74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0094E2D-94D9-401F-B5B7-6A63FA30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FB62C8F-6E9A-4EF1-B25F-8D59D112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3A51001-B4AC-48DD-92DD-CA199D64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BE3E555-CA92-43BE-AC6A-B10F397A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6C70EAB-FAD4-4C8F-8002-5DE908C6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59AC179-5785-41F7-B37D-B4C28124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2C0987F-AE5C-4312-87F1-8573078E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CDDC9BA-54AA-4E55-9B23-20B48DEB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F31134A-4915-4EE3-9339-C765355D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790B84A-FDB2-473B-9FA7-C796AF31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545D625-8753-42FE-B1A8-329AF688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ADCC030-49C0-4C0C-9E75-637D7159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6C6037A-6E6B-4FF3-AF72-48805D87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65B5E02-7719-43D6-ABE1-CED00790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E944537-DFA1-4555-89A1-E1A6658A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15F1135-6B81-4103-B18E-17485998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2F76B4C-AF0A-4C40-981B-B58BDA1E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A86CDEB-F3AF-4E7D-A27A-1FB5956E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F3F4EF3-C6F8-4CC6-955B-072B8294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F962D17-AC8C-4157-B664-3B490996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D4FB3B2-E3A1-4279-A96F-D9D677FE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610D438-136C-4359-8074-A859C756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EF9B780-79A0-4736-8995-2BDB0E0B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EF5B5AA-20FA-4BCE-888D-EA6844D7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4CDB65E-9968-4B5F-BB11-3F5CF7F2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2223BFA-E5EA-4E95-8FA6-D9B3497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A61999F-69DE-4E04-8205-DC5D5A92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0BB2B74-B4F9-4F9B-BADD-12185581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C48F290-5D45-4495-AE1F-2768AC1F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5508FCA-98A5-4799-9C6E-3055ABCC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10AFC0-FA9A-4C30-81E6-1AB4B44B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F4BAA59-FD21-4F3E-BC15-152EA7B3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C56345-3957-4510-AD78-004E0D7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CA1B1FD-72E2-4B31-A710-88A0BEEE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CE475E4-E053-4AA6-97E0-DFA8132B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FACD808-7E74-4EF8-962E-313A147A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D1021C1-B8A9-4E4B-BC29-6376CDC0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73F2243-6973-4777-96C2-332AEC83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D837F97-F853-4434-89AC-1E787AC9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FB6F49E-EAF4-43EC-860A-E77CF60E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681F9F2-9BA2-4A57-9C94-A4FCAF21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1A447A0-B66D-47B6-88D5-60E46EB6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AD2C008-FBE9-41B5-9716-396B5573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628FFD1-B77B-448B-9CAD-980A5CEB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A06D922-210B-46CA-B782-FCB240C5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85D6756-FB59-4EFA-9B35-7963DFC2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1590B9C-3B4E-4FB4-A7A6-F6A6EE7F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187BE54-0053-4546-90D9-B1F4D50E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C6D0BDC-526A-4D5C-93B1-696320D3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CF587F7-157F-4559-BD1E-F5D6CD09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5F5BA43-2267-4264-A91B-2F75C510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298BF08-37D5-480A-8CC6-5727B2D0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30B0F10-B547-41F7-9557-E6F90F51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591678C-6160-44E8-BDE7-377A4537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C95CB4E-F93B-4821-8037-ACFD5B29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4EDAD82-5F6B-48A0-B860-D719D801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2600D7A-E2B4-4ECD-A60A-7B4792A6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70016B0-50A2-4F37-95E3-57FEDFF4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B43FE15-0551-414C-B8C6-A313764E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3ABDA29-18C7-486D-8918-DC749DB7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2732E9C-51DF-4725-8408-1F4394BE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9730382-7A13-40D4-89A4-09180A53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FDE9D19-DF19-4BB5-938B-BFE1C680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0F80B51-8C25-4F95-A709-523286D8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C329E63-F17B-42C7-B5E4-0001C47D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1545DA7-A716-4A4E-B651-E4A43A73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9E2E419-9AEC-4307-8ECA-AB27D940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7896935-B2C7-4323-B5DF-BA6EDC2F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A0D8013-9EF7-4B5D-A8A3-A3C63963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C0D6191-9240-4747-B5C8-3E787DA5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7A3650B-FBAB-47DD-B785-3FD98716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64B12D9-BAB9-4508-AF2D-604FAE5E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803D505-A3F4-499B-B9D1-1022C9F4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3BCE5CF-B768-4872-B032-4CED6458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1036046-E116-4832-8682-6DA6BBD0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644ED9D-1282-4D79-A721-C403A9F9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13C4F0F-C919-459F-9EEB-D846577C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F418287-E8DD-46AF-8EC3-8ABC9D9B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530974C-C8AE-42E8-99BB-D3C7DD85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268BD9A-0E51-4009-B06A-76A31945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46FC938-F2F5-4858-B304-960807F4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99C2AAB6-84C4-471B-893F-55D9C7BE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F3E2606-0B42-4001-BABA-6B08E892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B97AFA8-3EAD-41DB-95B1-57ABAAE8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590C3D1-91E3-4ACD-B3DD-EEA724FB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A814678-A625-4CB9-862A-F136DAA0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D9772A6-0E85-4B36-B10D-A1162008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982C212-827A-4EEF-A48E-3C17A532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01DAD9B-B701-40DC-9E42-075B33FC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8250C1B-7647-4168-9AB1-B2FAC388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94F4F6F-7CB1-4A56-8B8E-1A4F08D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236BAB0-2B07-4683-9E88-77F652D1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3CD28E77-F56B-4BA3-9DDB-EEC6602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5908CD5-DE16-4EE3-AE59-1A0E909D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79267868-F2FD-4B5E-9C1B-E3484016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4FA2A83-8418-4979-8E2D-8989B9B4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5FD8FF9-789E-42FD-8DAC-2659152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7AC3FDC-0AB9-4C15-BACC-9F0B3683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63FF81E-82A6-4BFC-9E91-7BA9BE6A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80C38E9-5C8D-429F-B60E-6D8804CA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0D8EADE-C0C0-4BA2-B0AA-B3C35D6B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6C4D6E6-C791-4DFF-8C09-F3528502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801E535-64A7-4166-B587-564D0035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C939DAF-9C3D-495B-8440-17702594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78710AD8-BD5D-46E9-9D90-A225DDFC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57943DF-A82C-4DE0-9CEA-1A575716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1913E51-B767-4AB9-89BC-ECE78D66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AE85087-E40D-4338-8FE0-DF6EEDC1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EFECA38-714D-4E09-80A6-45D4B0FF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95C0519-8399-4757-8437-1BBB3DE1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B52771D-AD03-4DAF-B6E2-E8B3D05A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05FB12B-781E-416D-94C0-87DF15FF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1C6C14F-5D2D-4FE5-BEBC-29981D94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7DF95D3-60F2-4471-AA09-B19AA251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C91E917-01FF-40D8-9C78-BA434068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2AEC559-4C71-46C3-B626-3EF74C5E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B5ABEF8-AF69-4E3C-BF25-349581FF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8F10853-FEC2-4C31-BFC4-758EA157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BF2BC82-18D0-425B-9D5A-48FF0529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EC39CB6-92C3-45A4-A5DA-E14F2118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B0262E1-5062-4141-B95D-E29EAAE9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67C8190-8BCD-4ABA-920B-C616DAB2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D979BEB-CCA8-42C3-B67B-CFF05B24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025F823-D426-4C68-A04D-8B5842AF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AA60557-B3C7-4812-82C8-11D73915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B5D1E64-4A7C-4C0A-BC76-E57C2696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AACB974-EAB5-4B06-99D9-EB6E4084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B45C229A-030E-4349-9E68-7B2A0FA4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D03F74F5-ECF9-4011-A95D-364FF534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50B31E8-010A-486B-B719-67D36125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000C54F-0E88-4F4F-A1DE-BD991DA6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E67FCC7-15A2-4A53-8F87-C0B4F96C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F45D731-B93C-4223-8078-046EC179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7960BF1-B681-4226-9A5F-8CAB884D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078954E-D2CC-4E1B-86CA-B38533EE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8851378-5255-482C-991C-97FA4FDA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215E32A1-9EA2-4CE8-A965-796342F6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B845C62-05A5-4686-B365-0631F4E4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309B3F6-C7C1-4D8D-A604-02C22E78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577070A-711B-4B55-AFDE-B7369F91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05C9A51-2EEC-49CF-A68F-40E2E005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8972ECBF-A6ED-4597-9688-8BC4C2F8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4D58AD8-0596-4472-9937-C0CA84E9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6F9C50B-4F04-4F6E-ABB4-7C415266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43F39F1-7BFE-4426-AF63-CC7E427E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577EE1FB-6613-4780-A4F0-5239788D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93FF085B-5F38-45F6-B2C5-6EB325E6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EF8AD53-651F-4814-B508-87853944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8109545A-1AC5-49E8-8AB1-9AF50880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7616D78-72B4-4B2D-8A70-841222E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07004412-A79A-4A8F-814E-84A54A10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C78F19E-E14A-420F-A29A-FC32C8ED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73AE7458-E8D9-4E04-B022-C74F7A2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5C56F2F-438E-45D8-94BC-A28A3CEF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0732702B-E2B9-4A1B-8690-28017535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B5A7439-668E-4748-9A4B-3DF4644A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8E5B9CC-55AB-4FF9-B624-90D49637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55B5C5C2-4D04-4E2E-A036-74CB4A5A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15F5C20-65D2-429B-8133-FA2CAD45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F8071BF5-FAA2-451C-BCA4-BB8C80E2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7B8EB3BA-E259-442F-A35F-A76C8C68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C69952F-6069-49D8-A12F-7EC07007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2D3CC012-3007-4D6A-89B4-A47AFF6D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CA0279FD-99C2-42BA-AB96-4D8362FF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9753A3D-B9E8-4095-B451-2F148CFC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F90D554-2044-4A26-A09B-EC3DC22D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EAF0BC7B-F8C9-48B1-AA5B-B317A767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AF9323D-2434-46DE-B308-5042261E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2436039-45B2-40C9-88FC-46E3A644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66CDF266-116B-47AC-89BC-21F171F3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F8CBE475-30F5-4B62-BA7C-85115D49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0E8D219A-279B-4985-A97C-6FEB03FA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9EE2F753-E649-4602-B275-229D979E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CBFD5CFE-8B27-4860-B116-B11C3B7C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E6DDF1A-14AD-42EE-98C0-DB744892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DB316AED-9F4D-42CE-9C93-B5C88CAF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18BF2AF-797B-47F2-AD83-D71B594A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95082E3-61D6-4FEC-B630-24ABC303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97DCC01-153A-4E1F-8F48-850D1E89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97AF54CD-CC4F-40A2-89EC-719F07DD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C3273648-776B-4488-B5A8-E3CE88C4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1F03657B-48C5-45C9-A8BC-1EEB2E14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F22D45A5-B3AB-48D6-B2F5-F72187AA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D23F8B6A-5005-4602-A70F-2C07F8FC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8BE67552-495C-4F87-886F-75F0409F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DD49D975-42C6-471F-994D-29475429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8E59B89E-4885-4646-94FD-39DA5D31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1693D71-6432-4A5C-94C1-1C7ACDBB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F1604AB5-9F65-4C1D-B4AD-F863AFE6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3EEA69E6-6761-44BD-92E5-D35F81F4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AF60553B-A1B8-4DF9-8CE1-7355523B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7B6B969-20FB-45E7-A961-86EA0D36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3EBF09E2-1250-436E-83FB-B3093606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7E5F641-E803-4802-A9A2-170CC573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1B7E295F-D3AB-4CA9-895F-6E7C9DF3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17AD7A8B-A875-4B28-A764-E1CEAF02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55039CF9-DD27-4CD4-A2C9-EC8ADD18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AE7765E-3712-4ACD-8441-5C7CBC78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822C600-6F1B-42C2-BB74-E556EC2E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A049E56-8D2B-4FCF-AF25-8672D240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C671626D-826E-4730-AF41-578C70DF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480693F8-7F76-4FC0-984A-B2950FA5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DBC7DD4F-EBD5-44E5-960E-8A3F25F8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0CD99DB2-7A7F-4994-8E9F-520C78FC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F7C218C3-32B9-49D2-8D3F-F7060619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F581E427-AAEA-4A8D-A249-06D81689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39BABC48-3818-48C9-B4A3-5930D35E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36ADA07A-BE06-4237-8FC8-3BB33A8C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70A569C8-ADC7-4F55-9D1D-D0E16C9B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B39B2298-FB1D-4342-ABD4-C14FB6F0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9E81401B-AD74-4DF9-A3C5-5B2A7286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A3ECC96-5CA3-486C-8211-B1FC78D3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F2EFC057-C2D8-4BC0-84CD-6D51A17D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0DB69DD1-16E0-42E0-928C-3A98C336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60BD91AC-8649-468F-9545-1782398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55E42C85-636D-4906-93A1-8EC02A5D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5555EBE-F95C-4284-AD88-086B9048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76CDBD33-5F95-4EF8-AB7B-D65B8C63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6FC1EDC6-B231-4403-9646-794EE3D3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14734AA4-88A5-46C2-A235-EEB29DB0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3161CAB-413A-4DAA-BF52-4767E9CD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09A5D37-D407-4CDA-B68B-B7919FDE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103DBD6-CF85-4419-AF20-EF9F3D1D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D897CBDD-5E43-45DE-B8F6-FB36CA4F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1F6D023-BAE8-4B52-9F35-BEEF4A8A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12463037-8BE1-4570-91C4-6D4D5241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D79D070-AF46-47B6-A2A0-1A810F9E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0D9A4E7-3E9D-468B-9372-C8D0FA3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60C82FE-AA53-45AD-AB43-0B862C39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8CCDFA38-7B94-4BCA-B2F6-048682EC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BD74214B-21A7-4395-A249-95BF4D87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2023FA2E-C803-46E5-801E-2E0FD0E4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75069772-77A3-4A1D-ABDE-FF8F35CE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79A2A1CA-6327-41E8-8A02-F22782EE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5A0D5F6-381D-430A-8758-77C46315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882A6FF7-B904-4AFB-A52C-196AC92F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6C301944-0BD2-4FB5-93EF-FC5FC221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E3AA2B42-C323-47D6-AFBA-4F5927A4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E4AD3DED-127A-4769-BE60-10A7B4C0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5DF1EF5B-F07C-481D-8457-C4B85ADA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5C12D0C5-FBE0-4671-BBF3-BAB131DE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B2B9DD85-0D22-4EAE-9F3A-1C92225F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557BBBC6-5FEB-4EDF-B45B-C9D87B25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F28CC9C9-240A-483E-A022-273D46B0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2AF732A3-CB7F-4B30-A646-B4A25F49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8608B97C-803A-474B-A8AC-98C63D99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3F750D25-24D2-4ACB-8FB2-413A0A34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CC26F11F-23DD-461A-8DDD-988B81AF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06FEC201-898A-4872-B9DE-E8E5DD35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0A266938-CEB4-41AD-B782-A0BA6999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99205108-D926-49EB-834D-A6B92B84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F76AAD6B-4881-4004-BA86-C1886BF6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8A27BE32-4E4F-4A7F-B646-83F11B1C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98F867E9-D3EF-456A-A8B4-301279EB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30231D79-8341-4CA5-8F31-CDFBE185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DC334E57-E525-45E2-A138-548E8441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C8DCCB45-5F38-4F12-AABF-09A0DC3E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DF007E40-645B-443F-9CF7-E354317F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D83C532F-F2DE-45D9-B705-A79BB9B3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4BCDBAE0-C65C-421B-A3E8-CC575267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FE87B86D-C60F-4711-8598-26B9FB08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FC455097-E4EB-460C-82ED-FAA9D656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453E9C39-2260-45EA-8879-865320F6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F0C47A2D-5A40-4111-B13C-21828864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A4DF51B-3482-4559-AB79-5E3FDE36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AFCFE2F5-E797-46B6-8032-738CC79D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31DDFD37-2716-4B92-BC8C-7F1075FF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77850A4C-6A9B-4BD5-B5BE-2B738A54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72D0B5D6-408D-402D-AAD9-043D3845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860E9896-A7B3-4CF4-9F7F-612F6E55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0B2CEC79-5A0F-4000-BABC-6EA1B473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99A983DF-D5C4-4FAF-A82A-6A14D4D5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BA0FB6F-C306-4552-8C17-6F5D75BC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F663897C-8DA7-4EF1-9D67-BC49271D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C0290757-F449-4945-8544-DB1B6B0C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A17994B1-4BB4-49DD-B939-08FC4947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C408036D-6552-420A-90BA-1CBBCCA4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83C1C65D-FD1C-40E9-88FA-2438442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E3AC083D-8B53-4949-AA25-74804F84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7A164E1F-7F10-4C25-8590-12E44824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0D217D5E-54A6-4F8C-80C5-5B135F4B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C2A82B77-A3F2-4033-8E6C-F115969B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A88AF1CC-6D98-47F3-9773-F9C91099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2BC5FAFC-8EFE-42D4-9270-5989B0F9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367A61BE-DC5F-4CA0-9E6B-61F31F9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76116A82-66CD-4A9B-B5A4-7AF758C1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4D7789F7-685E-4C2F-AD1C-4DA43E95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B054322B-D9B5-4E41-98D8-DDA55CE8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42D649AA-905A-4189-8273-31B7878E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D74B0F0E-00AB-47D4-A6C3-59713A9B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AD55D85-5DBE-4051-8788-656D7043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5C09DC69-93FA-4723-945F-53E5C227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BF0BB344-A3B6-4C8E-91E0-BB2FEB34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0DB4FB56-8698-4484-B32B-29A324E8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31EFE109-314A-49CF-81AF-7D82ED3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677CFA22-228E-4AA4-9B94-5608BC4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3DB2E052-B3E1-4BC2-8B6E-A18AA8DA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97623CAA-2FC5-4B7B-8817-B4DB86B6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DDF7535A-2FE8-4E26-ACC6-9C5EC343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21770A1-8BBD-41E8-A54B-3105D483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1E06208E-9B98-409B-BC98-347DE333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041B3874-0604-4EDA-9A73-A0C1A893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8CEC960F-62E9-41D7-85B3-61524C86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0AF383EF-BFB7-4CEF-BF5F-E19AE2A5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78E88CBB-D7D6-47EF-B90F-8A7C7B3A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EFAA7086-AC75-4E31-BCDF-969911B6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41B92470-E258-4601-ADD6-F033546C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59FF423F-E308-4BF4-ABD9-65E1B1C2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C71D5A3E-0A62-400E-AE1C-54B1DA97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0D4B95EC-9F4D-4F69-BE1E-92FB6F59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42C13109-ED16-4922-B33F-1E73B73C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499EDE87-C5B9-4459-904A-CBEB0CCA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AA5C9968-1C68-407E-9F35-1CD866CE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B6EF9191-0287-42EB-8C73-1479C386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964FBCE7-BF46-45C3-B927-2F6AA617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A2026ABD-545E-4BB7-9325-2D0FE60B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9FFF9DC5-532C-4D31-AC46-8F881898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24C7C71A-7003-4848-B5CE-5A3BCBBD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F0E97F6-5000-444F-8CD7-15377EE0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C2C043CD-8932-4311-8761-9FFFA59E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DA01CB62-2AA9-400F-B9B2-9E06E360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8B06D8C4-06D4-4473-AB12-EB92E85D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0069D363-0E9A-4D5B-A6D4-CDCB5EA9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9AC6FD9D-3B28-4A7F-9800-347F1365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32365249-F7B1-4681-9A9D-4CA4F1B1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872A9A47-E82C-476C-8081-612CBF6A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B3AB74AE-FA55-4EC0-854E-816580CC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DB1B4ADF-DE45-4786-A7A0-4F2D655B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5BCD9A79-4A7E-4939-BB5E-FC291564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9FD64244-6B41-4CC4-922F-FF4CB026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7BFBA638-C1E1-4B05-9D64-B7DB4C3C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0C51505F-30FF-487B-8BC3-73E02C83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83A40EAB-5EEF-4487-AD5C-C453D0F6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319F515C-14F7-4513-AD57-7985403B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4639022A-E5C5-4985-8118-8FE575A5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317F4DCE-9FBD-46AB-8541-BD7CD834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8AFC3F5C-EBA9-46B1-9187-5035B8E3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82B910AA-9040-414A-AADE-77E90A76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90B0C861-CF40-41B8-820D-761D40EB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B345DF63-F342-4059-9427-1D2D3249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96EEF4A1-E2EC-40FE-B4B7-63B1517A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8848DBD9-A34C-49E2-842E-9FF0A001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20B731CD-EF67-4BAF-933B-3DCFB16B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9C8A8748-5A4A-4414-AEF6-D2360385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4DE64E1F-966C-4505-9E93-15CF2721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FA6C0A37-3DA7-4833-BD46-5CB19009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DCF1A016-0777-4028-B7B2-E259F406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B263FCE9-AAE8-4BFF-8AA6-30A08265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C81685FE-91AA-419D-BF53-F1657C41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1A2C5029-0B38-496E-BB86-8A79983C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6206DE6B-565A-44FA-BD71-19FDC8F2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4C5158D-E791-4446-846F-C3719C04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20A9E512-2B3E-48EB-86D4-84094565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3DEFAC65-A092-4BE8-A049-614FEB1F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8EEF8891-AA7D-457B-A54A-D8A7B7B9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E9D60585-3891-4096-9C5E-8B1A4034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ED884C2F-7009-4150-8C20-F78B7F2B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7A1033D3-8198-4F3C-ABAC-007E24F6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FF06D058-B5D3-4B43-A490-6338DB5A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75408D38-91DF-4F63-B353-8B8F7D75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4198CD80-1879-4F0A-847F-58CD3731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DA2E31FB-9289-42CD-9CD6-886C766C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E2C77EBD-AEB9-491E-A762-E66C635E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E5A94F81-C86E-48CC-9598-600B2576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54509724-E973-41CB-BF2B-8F22DC5A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977271C3-21E0-4837-AA41-DC9C1ABF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80034ECE-C28E-441C-8DB6-FBF3FB7E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6E9B27C9-499B-48E2-AF2B-B8E780B1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A5A8A7E7-0189-43F8-A76B-00910B6F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D8026D8A-B736-42E6-A129-BA51426D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655E942C-C8B9-4D99-BF93-3B53204E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2B5D1201-66F2-4F26-81F0-C076CA0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9DA2744E-BBE7-4F7F-B43A-EAFAE62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D3ACAA05-DA85-4FB9-8C77-13944DCA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6B61AC15-C9B1-4C60-ADF6-52FCC938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759DF231-1EBB-4B93-864C-133DDBE3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18DBAE49-B38C-4875-A1CC-BFA86C1A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82BE98EC-1C9F-4401-B00E-02F07007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9703BE4E-1761-4E86-A5CC-1C1B7DA0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BA2ABE81-83C2-443F-9217-A611D066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C6D5A9AF-0DD3-415B-9488-1B5BB315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286E2BE2-C411-4CF9-A5F3-2CD42BCD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F172E369-4DD7-4F58-B591-7C7EB11B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82F96926-BD90-463B-A367-6F2FD890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17028199-E4C1-4E1A-B39D-B7DC733F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70293982-4BA6-4F30-B0B0-5415819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657BD31A-8FC4-4DBC-896D-0D58D85F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7A137A44-719E-455A-B7A2-1CA5224A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B6C42F60-7A21-4E30-9A9D-19FFE4F3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08D0F460-5B3B-4BC2-BB1C-05E5DB5F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C7F68EDC-B5C0-4122-B27C-33F23B1C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B2084B41-5981-4D1C-8ADC-31CF916B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13D8BD27-FFC7-47E5-A119-3517E22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98FCB1EB-ACE4-467A-8D6C-210E98C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591E3202-7C1E-4221-9979-BF29B76B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97D4794C-B81A-46E5-9B91-1B134B49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5825CFD6-7FFF-47E7-A576-6B1C0781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FBA2B2ED-84DE-4EC2-8A29-A3D8B05E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BA365E87-4921-441A-A5ED-993CDC2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A90FAB2E-5E90-486E-BABA-C19042AB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B7CFAA19-E837-48FA-87D7-10871A49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1D50BEE6-6EC3-4BE0-9719-2163A8C2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6BB56287-3021-47D0-950D-60343E0C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225E304B-1652-429A-9777-7C3551AF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72B022A3-1974-4C28-AB2F-19F815AF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501F4653-27B4-494E-A4F5-7D9CD314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FC93F19C-3915-4256-B82E-66B8D518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0179335D-6F08-4BB4-9C76-6A5B75C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02FC757F-6E54-4E8D-B4BA-9BCD4DB3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96C3D996-36F5-4353-A43C-E0049283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5F266519-0735-43DC-BB8B-70D0465A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B52FA07A-DFB9-4131-A97D-783945EE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7D3D42EC-31E6-4A3A-86E8-689C25EA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13FA8814-6F8B-4606-8ACE-B8614830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298A2A69-CFDF-41F0-A2D7-55765EE7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AF484237-8E6D-49A8-AE7E-9D0033B2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0D83A540-A3D9-43A8-8D1C-A6CCED88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32AF1CE6-3824-4D14-8A6E-4EE49584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987BDA16-409F-4F19-BED9-4DC4F6D9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BA33F55C-6F59-4E08-8A0E-81EF04AD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050A65DB-3401-4CDA-90C9-AEE3AD7E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E122E7C9-4136-4C1F-8E22-164811A4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7B684C14-75E8-4E98-BA76-05DC750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568F58AD-0876-447B-8130-1E7FCCD2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36BC9B29-D31E-4828-BAF7-D332A9AF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07AFA3AF-DAA8-45D8-ADE4-B0192134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ACD093E3-1235-4478-B44C-84FCD1A3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8CC81287-22BD-428C-8380-F012E72F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583FD928-D5BB-4F08-A540-DAD45486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3C6A2729-1739-4BBE-A369-DE9D670E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DF5DB644-822C-4FA9-93F9-75773811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1DA9E36C-968A-48A0-BE28-EA469D85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A9252F9B-9424-46B0-BEB4-32DF6417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F84CE409-448E-4A8D-8A43-FFB58421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461443E0-3E4A-4865-9583-6C44E270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2260D055-C92D-44A1-9EE6-D164F20C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0ACFF8F9-92B6-4127-A0EB-13C0B94E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F1DBB2CE-BDEA-48EB-91C1-82750396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98C490D2-FE17-4FFC-BEF2-06EB5391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FCE451D0-9456-4931-9A07-AA86B6AB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A23724B0-ECC2-4E91-91B8-405035D6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A44EC1A9-C4BF-46BE-A345-78E55AC5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6E954A4-EC3A-4FFE-8421-FB83D513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FECF7FF-32D3-4459-A6B7-3E9CADFD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6E6A489-B0E3-423F-A9D8-3BEB0DFE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5FD9168-48E5-41F3-904D-869241E4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72CC1B8-451C-4672-AE97-0777AE97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840A768-9200-48AA-92B5-41E3C465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A073CEE-3022-482C-8484-D48530B1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9B86C16-0922-4377-B547-8028A349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16741F9-3F05-4C56-A844-367C77DA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D540F6C-C3BD-400D-93CD-E28BA175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0F2CD1C-7987-4621-9435-FE7B83FE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3E88346-6E8A-4DD6-AF64-AA7795F4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E68F7091-AAA0-4897-99D1-43E3B94C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89472BC-F811-47A6-B2FA-9DCCF208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790EA01-F6BA-420C-B036-FBBD96DC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288B818-702E-450E-A9EE-753859EB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580A05E-D0F6-4CE9-9470-36DA992F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9890A18-E3C8-4293-A847-BDCB546E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AC75344-C564-458B-B38D-FBC0E696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00BAB594-DD6F-40FD-9C13-579EA1CD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3C5F34BC-821A-44C8-8334-9B4FB45C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DD26601E-4DF1-4AE7-B8F4-CB4E03EF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90ED0677-DDDF-433F-A11B-47B3CE4D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D9B63A3-3A6A-4A39-97F1-5584F8EB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A56C4D9E-130E-4B50-BA15-1375E2CC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F160C724-2539-4A62-83E3-1D18B2E7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4C876C7C-463C-49E9-A5CB-4A000E18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6CBF9F05-48C0-42B5-8FFC-0CDFC27A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5E2BCE7A-B162-43CD-B297-8D794724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080B2CCA-E470-4D38-BBDB-9ED8C870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5735CB0F-044E-4A74-9FBD-41EAFFC3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F44AF02D-B98C-4774-A90F-B7AE2AA6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7D9265AF-8746-46FD-9445-756B6383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B28D6079-3874-49E9-9AD5-D682C087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F1D9B613-35CF-4616-BFB7-7B5B79B9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231D2DE5-05F6-4A34-A170-B36957DF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ED68285E-5856-4888-B472-EC8E1CF1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6D2D279-F1E5-49DB-BA1A-80E0C5E2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D6E71E3-CC99-4B33-B04E-1B000106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C5267DCE-762D-4152-AA60-818C1E83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F94DE592-235A-479F-AA80-C2B9739C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691E291F-CCF0-4F33-9FC6-14F14794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0EF39348-DF02-460A-9079-1C78F2A8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3F606E44-597D-4147-B469-A4F20E50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85A03C0F-B049-49FA-A166-DAF51B05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1BD68775-019B-4FE9-9E7A-AC8E23C8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9186DDD2-C709-4C46-8B85-F53B7FC3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3F458A0B-1604-4889-8CFE-FB3D2144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AD5B2D05-CA9C-407D-B888-999CD14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9CA8134B-6116-4103-9C40-C3C39287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72CEC9E5-AC62-44FD-BAE1-95DF4685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AD9A781A-DE19-4FF1-A516-20E1834B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2F45661E-5BA3-4981-900E-500FB40C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CD07BB8E-2B85-46E8-866D-8F4BCEAE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501D77F0-F8B9-4652-805F-00450DC3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8FDDEFE2-605B-4623-B19F-DB2DB6B7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EE5527F9-1EB2-4FD0-91AC-4550A31E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58A8BEEA-4CF0-4D21-96E9-B93B21B7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DB47D1EE-DB19-454C-8EBB-3AEE83DC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8442B858-4F6E-4D4F-9311-37DDFBA2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3A540688-AC15-458F-BDF9-8B35BB28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A799D21F-03EE-46C6-8156-E32BBC9F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950D765B-127C-47CB-B3EE-2C2907DE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CE5BA331-5767-4AB3-9496-76CBD692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145CB0D9-A615-4C2A-85A8-B1B4BE0D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C5E36E63-B6A7-466E-9CBD-88FC6897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AC40B2C0-E47C-41B2-A461-A558DA84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0622171A-EE8C-4C51-88B0-037D0818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18E4C397-14BC-4A15-9394-3FBF7FC2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1DF80085-EE1C-4785-899E-77E66CB1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DCB8332F-A0EB-4A01-A71B-F2855782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D57BB2D7-7527-45FE-8A98-B70300A1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9E322FED-2530-4A42-905D-2C590254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4C4255A2-37EF-4F5E-9F18-C33033B3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988D786D-016A-4CCA-8F48-7292BB42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7B4C88EA-7027-4807-96AF-FBE2B956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92CF8922-B53E-4263-A1F4-642A6AD7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9B26FAD3-D6B9-4BD2-B5B3-FB39CA8A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6250BF4F-0D48-4E9F-BF14-CF6DABF7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A2D5D622-2240-4850-9DE1-76064F81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0817C902-6876-4B70-8972-36155076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9C2BAA4C-A9D9-41C9-BF4F-750B1DD9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47F5823B-5ABD-40AE-8A89-DCDDB53D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560EA989-6B6A-4C5E-A6E0-4A31C97B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F78192C0-5F3B-4E3E-8B47-FE8E45FC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CFD77E32-DDD0-44D0-B085-83D054CE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6ED983BA-23B0-4E3D-B54B-54896AF9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07B51DA5-B878-4040-B7D5-53772255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5489D1B1-8407-449B-BA86-70C81473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772B7BBF-B718-4DA0-AE31-C9CD31E0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AFADE96D-90D5-4A8B-9E9E-85352144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C71C7E5E-BE86-4488-8D2A-FE6A5B74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27C6EC82-3DD7-4E73-8763-6E4A30B7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CE1084CA-CE94-488C-AECD-9E04E42A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B0F1F3CF-537C-4A4D-A551-9544ACB7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E3E3BABD-5F97-420F-966F-E3137BA3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DDCD7751-3DBA-48FA-A6BB-75E397C0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BCC9A246-2B84-4804-8A1D-5C18A0D2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FB886390-70EA-4833-8DBC-9DE4DD0C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CD1B8659-1756-4498-BB15-976740A7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0C4D6F05-0544-4886-A424-E78AE862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5C83ACCB-AA17-425E-990F-F6FD8FB0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19243DF8-5EB4-4F95-AFF5-38B4ACE7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F12C44D0-D776-485E-B533-143D91B0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91AE8BBE-A1B4-40EA-A490-9181B807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33D271F9-2437-460A-8C5E-8EF109AE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50D9EA9C-F3E4-41B5-88FE-2E85EF61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56EEB2A0-E86C-4A7D-BD24-BA026BD2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DC3BCEAB-3942-4E73-BC80-ED63F997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2EC0401B-A2A6-4E6A-982B-94D158F0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D1612D09-2E54-4120-8CAD-88E15D97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BBCA86C2-E7B4-4E56-BAC8-D131BFE6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ED8311CC-D5BC-4E2D-89A7-D0C92494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AD638EB1-0EAA-4292-ABB5-60AD82C1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07131736-7FEE-4170-9ACF-6DCACAD7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6DC6C5BA-7A6A-409A-9CB1-1C50934D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0F04D833-B11D-4FD4-AA57-9FD46FC3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3884BBC4-6858-4700-860F-3AEDEAD9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ABF232F1-277A-48BC-A6EF-5E1E509A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CDA0090F-F10F-41DB-BD58-44397FC8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2934EE22-1479-4E5B-8BE2-EB70ADB4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B505F6B9-842E-4A4D-A130-3E02ECA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37C63B9F-C110-4C02-BADE-7497603E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E4D67398-709E-439A-AAE3-F1F74DA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E701F639-67C4-4F21-A09D-F10F042E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5708C380-98AB-40EC-B09B-5A8FBA4C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44158287-57C0-470B-A51C-050A5BFF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A861DD62-281A-42F5-BC6D-B1796F66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CCF98DE-8222-46B1-9754-EBD0E964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5811A34B-4838-4A36-8DA4-7F91B60C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0DF8477D-E5F4-463A-BEDF-2C1F5643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F667407F-452C-4C5E-AB4D-C92F4363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21927F76-9445-4C34-BB0C-ED16A5C4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BD7ADC42-66B6-4A83-877C-091EA98A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BCD1E446-3610-4C81-B5FB-76AA2478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A89933EF-0CEC-4EDD-9F10-C0F359B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6B9EE272-F5A1-4195-B79D-E00CF61D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13EDF1AE-3EB4-4A3D-B04A-C407962F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5DE7A23A-9F1C-4BBE-BF6A-ABCA4049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99E5D3A9-CF04-4B28-8EF3-BF29D178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6F194218-414E-42DD-8B3D-B1FA480E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10EBBA25-8F01-4F99-BC19-B807565A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C3D6164D-65D7-4CC2-9185-D3886A14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3BD92B62-4FEA-4B91-B334-07B3D1DA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3B050135-5D70-46FE-B0C1-2676580E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DCB69E4D-7A53-4388-829F-6DBA6F79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015A79B5-983E-46C1-8358-A24C9BAB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0D4A5974-55E0-4EC8-A2FE-D10CD7D8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1C1A829E-4F80-4B0E-9F12-7C97FA33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7E902F7A-FCAB-496D-A00A-0045C597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5D29A6B4-E7D8-46ED-A323-1DE83508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DE243BC1-820B-4D22-A93B-BCAC8946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4A41A3CC-1009-4313-A58C-5366361E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57E71183-8DA8-4ED9-B4D7-7E1C3E2A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90E2D3DD-205C-47DF-9B43-70EFAD56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7AF208C6-D8A4-4549-B9D1-17F0D50B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EFAAA88C-248A-4B6C-8448-43000D5E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03F4CF95-9FE2-4EE6-AC90-9135D7FA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C241448D-2EFE-4D39-9B8D-F2B08515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A15F1AB2-21F7-4048-B210-B0667D40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8CFBCB8A-1A16-47B5-8D03-300B1EE6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20ABA7E1-1F8C-4E38-A1B6-3270FAE3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B146B397-04AA-4B62-8F75-D3254EA0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3B078AED-D337-4B61-81B4-63BF00CA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CF8B5A6D-C7B1-43EA-9563-B56092EB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784A0478-20BA-4B10-8035-DE2C286E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009981F9-4C87-465C-B278-6A5830C0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4E54B560-D366-408B-BCC4-3A279399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0D0FD5F8-E483-4B45-AF3F-F374ECD2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DD0357F5-71B2-4B66-992F-C0FF5846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1AB98AFB-46F3-47C9-B594-3E4F9221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1531CB45-D036-4C3F-BE14-41F76EB1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237E45CE-EE38-4FD5-AECE-E944E75F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41A0315B-F8BF-48A0-966D-EF20141D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05840300-ED71-4F20-B14C-604DF1EF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AF4DFB8D-9D0E-4B77-B42D-931F70AD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C7B1E1B2-BBDD-4DC8-B5D9-CA11A521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0A5CDFAD-E879-4C66-BE33-8ACD097B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DDFA3D38-8E3C-4663-AC00-93A985AC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C71A35BB-C912-49F1-8C40-9A13490D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2052BD5F-6681-4A66-BD64-B83CF256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DC7E3F24-C520-4209-B2C9-8662B4E8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1DCE286E-DE32-4E13-A116-9563ABD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6983AE03-7796-4336-90B0-1BCC5CD6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E0AE4E6E-04ED-4E3C-BF52-A350F7AC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EE8C45DD-376C-44D7-A6D6-3574352A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2351D561-DFEE-4F09-BFB3-4E539E19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E0E2A620-C361-49E7-922B-7B8ABB86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9D7D22F7-5CB0-4950-AE08-B1080037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F6388466-6A1C-4EB0-93A6-26AD0695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93F6B791-3CA4-4920-BFE4-20149908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E5502A69-4376-40FD-B347-F86CD593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FC032587-B526-4D4E-B349-3FD722A4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5B6220AF-6679-456A-837E-EC132792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5C6E36FE-6392-4707-9EFD-6A90E11A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0D6333C2-4FD5-4F55-8F7B-5BCC39B4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ABC3FF69-205E-4DB7-BF21-0ECB36ED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F095F807-51C1-45C3-8021-273B6B49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EF30AA7E-A234-44B8-8406-E5B101A3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59628B63-6F98-4A4C-AB3B-DB305B9A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AD33127E-B468-4879-8550-E04C2911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AC754D21-36C2-4B60-B4F8-7BB45FCD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D8E0D5D0-A4F4-498E-861E-F5E9DD7D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704AD23C-EBD5-43EE-A328-4A2E4324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FA5147BA-8CE9-4EE8-97A4-9174DAE9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D438C9DE-2F2C-463B-AC6C-8F5F3AD8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0365E7E3-2212-4C85-8A6E-EB949363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2DAE6821-DEF5-4FB7-9B39-DC26221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0DFE5594-B01A-464E-B65D-5089AC3C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72F52CCA-B715-4906-84EF-5167CA32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76DE94CE-9708-45BB-A861-56E58011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14E2C2A9-5466-46A8-A37D-DA6D79BC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1D89D6DC-BAC0-4ADC-9495-6AD6A381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75D14200-04D6-424B-9B7E-EA19A536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83FFF7DA-FA3E-48DA-8BA7-AF473C0B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F6BF2D6A-449E-459C-A84D-294ED0A1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D6604EE8-9E19-4559-BEC8-CFA9FBFA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30117A76-767B-4B02-84DF-7A7F2027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86F1D7F5-D4FB-4978-95F2-20256036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EADAF822-DD49-492A-9688-8AB5B891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21598242-21B7-4221-8639-F86FD3EF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CCCFBFDB-8F5E-4EFC-9D44-4760592E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E1F310E5-2206-45BE-8C88-BCB73199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005BCA43-12C6-4E73-BA69-C336FB92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4F5B5AE9-39DF-4372-93BE-19E8EC73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E48BC1C1-ABEA-4203-AD1E-2E58354A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C68668E5-B41B-4E37-AC5B-4A32DA58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3E68AF0E-690E-483C-9E97-21DBFE6E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7983D73D-1A9C-4E40-8F1C-C6187DAF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68769681-764C-4A9C-B2E7-B1923CEE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0328168A-B9D3-4C2D-928E-9B3B1D0F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01DFFC02-7943-47FD-82CD-F21108C5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BC15FF9B-65E5-43E4-A6A0-3A521E52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61A4AD74-23DA-4095-B5B6-33A65532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2112CCF8-1263-44A5-85FF-5F5B2739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636CA085-632B-4D38-AC3B-1B14278E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61C0E471-4107-493A-A3E2-06185E65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889BFBA8-8CCE-4453-A408-788389EA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2C62490F-BE9E-4992-80A4-21AFA636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3B5AA025-53FB-4351-8C61-3C1C3A71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06614B4F-CFAA-4FAE-91AC-C21AFB6F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F37CAF1C-3DE7-4231-983A-3D72415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A0457E6B-80C8-4EAD-BDCF-282A3B2D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E570B8CF-B561-42B4-9DB1-972E52D3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3D34AF66-0BC8-4AD4-997B-3D80ADA0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FD8EA387-DC17-42D6-950F-1B421EBB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033C7BC9-A931-4E82-9073-26D77569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BC18EB5D-9756-4EE1-B2DB-F8B2809D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CD4C37BA-3C83-4659-ADE6-DEAD1E3F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AAB23332-A77C-4F5D-85ED-0DC7B233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40C9173E-3736-4F9B-87AE-8F424133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E9E0DB0E-BD16-4542-B727-AC4010FA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E5A469DF-E797-4CD9-AF68-11CC0A34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3753DD1C-F34D-435E-BD29-CB1C63EA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77D6FD61-BC35-482E-9A4B-EE3311CA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D1C581E7-2529-4EC5-BD7D-0A0CBFC6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C5734D2C-34AF-4F69-A07D-115617F4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CDDF5B98-C1ED-41A2-9EDB-38C6CDCF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0D1C814E-15F1-439D-9A9F-51CC4230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BBA98707-D589-4247-A338-C8371FD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BDD41050-101F-4E60-AD78-07BD662C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7A4E51E5-9F88-4762-B8D1-92C97904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512D23DB-0BF0-426F-A7AC-A0D34AE7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311BC32C-2C29-492D-96D4-EAEE19F3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81CF4C11-C43B-488E-BBE0-C8CFBB12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35FDFC2C-9AB8-4D35-B05B-4ED83BAC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1B5F583E-A596-452D-852E-D31B1704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1ABFFF55-8FDA-4288-95EF-03AD886B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ECDA7A43-E0DA-4A16-9724-D5550090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A76D43E0-47FD-4CCE-8E63-8E271221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88B48E82-32CF-4717-B52F-98DFECFE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E30ABF58-9BCE-40B3-ACFF-1CE24567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5A2BA59F-915A-405E-B5C2-B30834D3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FA7FDCB1-FD64-4597-B70C-80AAEC78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92F1D507-C754-4879-A369-0B0BD672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DBF8243A-88F9-4413-963D-ED586592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8D6D3570-832A-4C35-9A4B-A1244595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46C8997B-60AA-4EEB-BDE2-1F9F2503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1A986BA3-6035-4AF1-82EE-C6BA6396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9093ED1D-EC6B-4AB0-987B-21F82B2A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5205BAEF-CA19-4584-A810-73F3E11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BF797CE3-9A3D-4163-B3FE-9598D7DF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5C594391-6FB7-4E76-8013-17BCA830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FAD09FC1-3841-4CE7-BDA9-18C43AE6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2276876F-4E4C-42A7-A943-E83A35DA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9E329FAE-A78A-4CAD-B9D0-60BCD970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CA09EAEF-09F8-4640-B9B1-42596906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C5862402-FA85-4414-BD64-E32D0CDD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0FC6889C-6B67-4903-8A02-B1A52EEC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3BF3FAD6-D707-432F-AC5E-8B150062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7C43404B-A020-4DF6-BAC5-91F0F573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2EA49713-35C8-41D2-ADDD-444BA911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2B8B9250-23AE-4893-9E45-2B4B2D50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CC2CD223-6B23-4A84-A33D-68397D8F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285357AD-FFCE-4E16-B2F9-DA24A710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B7950582-7EFE-408F-BD18-AFE5C066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62CD57B6-5BC4-481E-842B-42B3A27F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25F9D76F-CA10-4244-A533-243BE9AA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35084C07-4CE2-4EA9-B1FD-09D1B841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E4EBF436-1ED3-4B0E-80D7-2D4AB064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9EA343D6-B18F-4D6D-A825-E0C2592A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1CE76CAC-4BE0-4543-AE63-ECD5C3D4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A2B780C6-B06E-4876-BA2F-CED89432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02169DEC-38DC-44AB-9AFE-3C4B4234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36CE676A-D7B1-4492-B390-FAA26D3D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7B428E83-3508-4904-A38A-63406E5F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25598B5E-0FC5-45C3-9DE0-DB6B7629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1AE18083-CD92-402A-856C-04041D48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5AA416A6-9DC0-4F51-A334-C2CC066A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4868F0EC-DA29-4920-B319-F35163FD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188290FE-8583-4954-823E-EEF2C62B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CB0CAFA0-B130-4115-A5C6-B996791E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EAEEC309-619C-4909-AC30-C5383506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DEDDDB37-CC54-4DD4-9F9D-2B2D018D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13D885B5-329B-4C6A-955C-08C5599E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2E561DC1-F058-4AF1-97A3-78670F93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5F4B7ED2-50C2-4C42-BCC2-8753D970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50B179FE-009D-471F-B5B5-D130512C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DA56B38A-E85E-43E4-ABFC-878D8610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BDF3F972-4611-4902-92F2-3A4174AB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91DC8ED3-14CE-4C54-BBF8-DDF08AD6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86F659D3-2CD4-4870-AE67-53D58D8B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09CBD6AF-D179-4E0D-A27F-BA8BC847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5C136B9E-1577-47C8-BB8D-8EC2D2EB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5C4F5800-7574-43D3-95EC-B01DEB42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89AB97D5-A5E5-432E-AA51-0176021D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B397E357-B2F2-4EF3-97EE-07910266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2744D7A4-34A4-4AA0-BF99-57F4DFAB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01295DA6-FF06-4F0D-A680-4E993D2C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914A74BC-4731-45DB-BE47-F095AD9E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57253B13-5FD9-4D13-B983-826C3774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EF815867-C879-47C5-A778-B26ED9EA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A42DE8BA-0C50-4D83-A782-E4564B9D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DFDB8978-DAA0-428F-BD11-04263C34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81413480-66A6-4492-941A-913B1325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BEECF798-8614-4283-839D-68242EAD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22C087E0-63B3-4AD7-940A-B2F39959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22C2ABEA-9A51-4E10-81C6-3B7B050D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E74E43D3-4460-4BDD-A4C8-4F9FCF8B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A000AE13-3066-45AF-B090-00B35A95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6462249B-F339-4DCB-9488-4CEB3B96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4377F395-0F0C-495B-AB19-543BF0DE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859EC333-C744-4DF4-90A5-236200CF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0E4D4157-F430-468D-BD94-C1555FBA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A0867537-18C5-4CF8-900C-FE0DFFB3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6542BC33-D086-4924-ABEB-DAE61999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E045C29F-0389-40C1-916B-CC87F69F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16D718CE-848E-4B78-A18F-1470D76A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10EDAC72-2B65-4FE6-80EB-33D7DD8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5B84E26E-BB91-4C4B-91E0-8B9D55CA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EED5691E-47BC-4CB9-BB6E-C7C9357D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0180D26B-EFCA-49B7-9E07-53B1A064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2271E24E-6AA8-4AE2-B1F2-43CF4DD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0E14B049-1330-4DED-9101-588E96C7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C7BDE71D-9AA4-47D1-B1C4-2CE11B1D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5AC49374-57EE-4E07-AA40-4854C3FE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E78C6155-E4D3-4F54-A73C-4079A93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B6F3FA4B-0B77-466E-80FC-85C82EAC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BB80FE4D-71B6-490C-8AFD-D8E781B0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BB81B435-FB5F-48CA-A2E3-39476064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22348384-1F8B-4006-B33C-FC79224E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7F6219A4-63DC-4390-8AC7-35B09B38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D5BCE2A9-DA7D-4574-9D99-629DCE06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BBAC089D-A099-4484-AFDC-5723A7AA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754FA0EF-1FD5-4472-A965-596F8CBC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1E40A185-8045-42D4-840E-3B537844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46B3F6FF-888D-4A8D-839D-1315F9A7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1E6ED0CD-914D-415E-A50C-ED383F0B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8244DD25-2347-418A-B06D-C93A4794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D7441078-4B42-41BA-8B6B-9C918A8E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2E829FB2-AA60-40F6-998B-1261FF47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34EFCBCE-3D54-43DA-B437-B1FAE830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DDA94A17-04EB-4A3E-9E94-3ED3A049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0F7055B4-6C99-4B33-8295-1BE34F9E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089D4126-1237-44D2-885C-EB83F563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FCB6F782-98C5-491A-976C-2F913D14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358A4E48-8ABD-4621-BC6D-8038AF35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4D1E7B9A-52BF-457F-B646-05F9CD74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AC6012B1-66CA-46C5-B842-6848DF08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92BA4D85-9554-4C6C-B6DD-3D7DED25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4E62022B-F187-4040-B470-D5343043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F8B21865-C5CA-434D-ADDF-0F3398F4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15E347E5-E7F1-4918-AF47-50F1E12B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B81C7017-9484-4CCF-AADF-AB082CB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32C2B90A-0AE0-494A-84F9-51F0F196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4CE5241F-A5DA-4767-B620-C904EA9B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552F3092-DD5F-440A-BB23-CB80DD29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27D31C65-EA14-4582-B666-CD75BED0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B9CB48AD-0AB6-45D8-9970-434C13FD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652E6085-AECC-4BDE-A52F-438145F6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0ED7BAEB-DE4E-4215-9D7B-D7AEFE50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96B2BCFE-03A1-4BA4-9191-684D74DA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986713B8-09E4-49F2-B915-91FA042D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ABF38D8D-DCA6-4812-BEFE-72C1A2C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314BB2C5-95DC-497C-86F8-75C2B6FC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33DDA1A8-8682-4895-BA5F-9F3607DE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2BD454FA-E567-4F18-8CE5-A25ABD5E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1F321417-8326-40A5-B60F-5E3BE030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FEF069DC-0934-410C-8D5A-8F830431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8EF559A6-8E51-4C99-A1DC-01176ED0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1FFCE02B-993D-4389-B3CF-96BC41CF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775C1591-82CF-4F23-91DD-B3877864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941D3162-3D64-4991-A2C2-423F833A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69E8732E-79EB-4A52-B6F1-FA3A3099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7C64791A-D538-4CDF-B371-C7E1D612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82EA9992-84B4-486F-B4F0-022443EF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75F2AC87-71F2-43B0-BB2E-4D4B6519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15D5F3AA-0507-408C-ACFF-B619F001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2AC8AEFC-A4F0-4CA2-BE6F-549E2BD9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8A672798-03B0-4F8A-BCA5-46CD41E1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1385B50C-248E-40AD-BDF2-87C5C6B8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605DED57-74F5-4D4A-83EB-F564E4BD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F09D8C48-38AB-4246-A98B-6B4C869F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5768C154-45A6-48D1-84D2-D8C781EE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0D233099-3541-4804-9C71-B05D0F73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5F347441-69AF-42E9-830C-CEFB0B8A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5585C894-2CDF-4016-84A2-0D75467F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FFC502F4-9C57-4A84-A820-EA84577E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2C1E6CBD-37A3-46D0-9A9F-B496CE98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80B0C16B-E457-4293-B045-60DA13F4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31BCFDEF-C310-42CA-844C-0C8FA352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5554304E-D39B-467B-83DE-3AA7E7AA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54BED0BB-883F-41B6-86BA-FEF40E7F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2EA6FF8F-2FC2-4572-BA60-5349A364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D87F242C-4646-4DE8-8270-93D68BC1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833EC86E-0C52-4B45-BE7C-68D99109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E4FCF6E4-F763-4220-AD30-AE5BF1A9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A5BC5386-58D8-4252-AFD1-A2023CEA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16B87EBC-8869-47D0-8CF3-965443BC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BE8DDB29-E945-42E5-BAF3-7BCA242A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D054ACF8-C392-41C1-B3F2-5691CB91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DD71AB7D-E905-4A9A-AAA5-FD470432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D195240B-CC9C-4269-8CD0-C4815046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671C56D0-2906-4713-87DC-D060114B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C7C5EC12-C58E-42C2-8DBA-597AB6FE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C14ED988-9384-4C60-8D59-D568F25E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8CF95867-1CCF-4F8E-A2C9-3292ADC7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00729A0F-B324-4877-B0DE-A8316141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4655442D-A910-4691-BC2C-01A80ED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75169CC2-A33B-419C-B551-6C3618FF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F68F9A9A-70E6-466F-A338-42CCDD91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1DE49626-29D2-4262-A13C-8B8A3B48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9A7BFBE2-7B79-47DA-BCE2-B705288D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8C517A5F-C027-4ABD-A96F-D936391B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0E74A8F2-CAD0-4A28-9500-DCD7E65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E828E78D-4CD2-4B75-B6A4-9829EE7D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06560D59-76D2-4871-BA8B-7DBE6EC8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32650467-CB0C-40A2-A21F-25CB769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DB8BFD04-95D4-459B-9FB7-CB1A1FEF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8EDAA4DD-0C6C-4802-AEAA-89778A24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15147662-EF94-41F8-ABC7-28DE31DA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A097ADDA-7E63-41C8-B7B1-1ECB3026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27916EE4-BBCD-4D68-BC57-92A014AD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4ED69080-ADC2-4A37-ADF8-9A772D0F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5F3A9D3B-CC07-48D2-BD36-43807E27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86955946-68B4-4F4E-8432-9212EFAE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FD5A7394-E594-4F7C-9405-4A7F9B0B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A598C5AE-70EF-416E-A662-94FBD19F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14CAB77F-B617-4DEE-8C35-BF237E99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FD4F2694-4CFE-4BE1-AFF4-A0F1ED35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0857A6EA-66A4-4499-A30E-4F8FAC3D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03F9170C-5495-4175-9DA1-1A740904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5BCAA8C5-EF62-45F7-BFD5-46A646F8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D06A9868-5035-4310-A912-938BBC56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15098AF0-82D6-42CA-88E3-64186E7C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6494EFD5-9A7D-49D4-B552-A14DCA7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5FDF3D83-D24E-4CA3-81DE-4E7C1977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DEA39A41-6743-4868-B480-3DCB6223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10C1C121-233F-46FA-81A0-0AD750A2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9E7D9D79-6739-4F7B-8507-50D8A442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68157853-2A15-4328-A19F-8D96B3DB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6A20D6D8-C2A2-434D-A3FB-63DD029C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D3F29D31-A972-43D2-9D6D-13CB7CFC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6DDD02A4-F236-4A81-BE07-F876D7D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AA6625A2-1B82-436E-92BB-2DC7D945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44679BF1-23CE-4B59-BD91-9098F675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AB08967A-A6A3-40C3-AEF6-0B9DB119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4957A166-1C53-4628-9BF3-5198D637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6CBF001D-C6CD-4D1B-B4E7-797DA180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435214F0-88FB-4007-BF3F-A78A5E8E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C6F58D7E-5D2B-47C4-A04E-78146F52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D0D66CF2-3B72-41A7-AFCC-5C2B4D7A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4DC04744-0045-49FA-B386-B7F1E62E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28ABF358-2378-4009-ACD6-B3CB2A96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CEC145C8-C50D-4ED0-A75B-00D6FF14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CE32ABA8-AD16-4163-A60A-C2D71C9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717DDC6E-B4C9-4096-8FC4-86E82872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5CABF1BC-ED01-400B-B650-CF363FD1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D99A1000-0940-45CC-B57E-8F196049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5107F765-2658-487F-9B63-3B8BAD06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190DDD49-5BDD-4A1A-9585-06578626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F9D37D24-FBD2-442C-8FD2-D169DA33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447A55A9-A62B-426F-AA6D-92DD3261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071922A7-C9EA-4EC2-9D9D-99861649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66FAED3E-88BD-4351-858B-64B42CE9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FE4AAF5D-CF49-487D-8E0A-B5E09827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563D4E84-0DCF-4546-BED5-B3AB84A5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BDD3DDA7-EF0C-475F-AE92-E2FC1D42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FB5DD65C-6149-4289-85F1-69B387C8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074E07D9-4B23-4E01-9321-4FBB3BC6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809844A1-D5AA-4733-9E58-0525539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03DC6F40-8248-4AA1-B29F-93AA6FE7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BAA3297A-7EA5-4197-8391-1758D06D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RAG ENGINE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7DFCCF4A-3DC0-4AE1-9B97-13E63AD3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混合檢索負責找對內容，模型負責組織答案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8C8D1204-6C07-4A9E-BBE7-5C09BD9E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檢索與生成分工，並用來源、頁碼與發布狀態建立可檢查的回答。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0BA9563A-D7F9-4A7B-AA50-AE053703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181225"/>
            <a:ext cx="1905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31E6CF4C-9827-4B0E-8737-87537238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1905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A6D772DB-F65E-43AF-8EBD-01C4D165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52675"/>
            <a:ext cx="8382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D54DC7D1-D1E6-48D1-B77E-ACE564AC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8382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EDC1CAE1-241C-45B8-A154-AA0D6AA5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QUERY</a:t>
            </a:r>
          </a:p>
        </p:txBody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A27C7FE5-3E6A-4525-B6FB-226A25B7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自然語言問題</a:t>
            </a:r>
          </a:p>
        </p:txBody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AC8D7641-C363-4DB5-AC90-FF7B2302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47950"/>
            <a:ext cx="238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33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E3EABDC3-F73A-41B2-858E-3801282A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81225"/>
            <a:ext cx="1905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062F6B71-12A0-4CB7-ADA8-9B6E2AE9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33600"/>
            <a:ext cx="1905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E575C137-6E80-4C50-80A4-29AEE48A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52675"/>
            <a:ext cx="8382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6C16620D-D62D-4BE6-8905-7AC49C71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24100"/>
            <a:ext cx="8382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B65BFAE7-2794-4B4F-AC26-59474F1E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71725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FILTER</a:t>
            </a:r>
          </a:p>
        </p:txBody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0052B440-5E85-4248-BA92-12D39182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發布狀態／來源</a:t>
            </a:r>
          </a:p>
        </p:txBody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E3160256-3392-44B9-9C7D-2342FBE9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47950"/>
            <a:ext cx="238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33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F156FC08-6358-4696-B75C-961F16F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81225"/>
            <a:ext cx="1905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2A3F1E49-CB4D-4E57-A073-51FDCB42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33600"/>
            <a:ext cx="1905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255534A3-DE54-4470-8826-442B215F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52675"/>
            <a:ext cx="8382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D8AB41A5-3A90-4700-AE75-8FF4D873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24100"/>
            <a:ext cx="8382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155E079F-3D72-46C9-B37D-DF73A444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71725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RETRIEVE</a:t>
            </a:r>
          </a:p>
        </p:txBody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F6931C63-C4B6-433B-92C0-20A3BF0F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Dense + BM25</a:t>
            </a:r>
          </a:p>
        </p:txBody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B35BE2AE-A75F-4267-B2C7-211DA828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47950"/>
            <a:ext cx="238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33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B4FADEC1-AD9B-49C5-A7EC-763AAD37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81225"/>
            <a:ext cx="1905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E9ABA022-87DB-452A-A774-41E9611E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33600"/>
            <a:ext cx="1905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9FF3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AA6D3DE6-AB7C-4A2B-81AE-0E5905AC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352675"/>
            <a:ext cx="8382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74360D1D-9795-4EB6-8142-8D0BD7F7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24100"/>
            <a:ext cx="8382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00E3AA23-50E9-4C27-8C6A-E4F4A6BF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71725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FUSE</a:t>
            </a:r>
          </a:p>
        </p:txBody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0C7B183D-33B2-4CDC-8882-E8CFC076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575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RRF 排序融合</a:t>
            </a:r>
          </a:p>
        </p:txBody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8D5A1A67-AEBA-4361-94CA-E38F3D0B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238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33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3BA59DF8-EFBA-4CB7-B7D5-27923D70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81225"/>
            <a:ext cx="1905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A6F96401-490C-412C-8E16-0C1FF80E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33600"/>
            <a:ext cx="1905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0DA3C80B-8AFA-4BDD-B563-ADAE7788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52675"/>
            <a:ext cx="8382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B4825A70-878C-440E-8D6E-2E5B63A9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24100"/>
            <a:ext cx="8382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9C2C775D-8C5B-4654-9E30-F3B15C68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71725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ANSWER</a:t>
            </a:r>
          </a:p>
        </p:txBody>
      </p: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2F35B554-EA30-4413-BAE3-AFA171A5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LLM + 引用</a:t>
            </a:r>
          </a:p>
        </p:txBody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A0901E36-0D12-4C48-8331-7A0B433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516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4" name="">
            <a:extLst xmlns:a="http://schemas.openxmlformats.org/drawingml/2006/main">
              <a:ext uri="{FF2B5EF4-FFF2-40B4-BE49-F238E27FC236}">
                <a16:creationId xmlns:a16="http://schemas.microsoft.com/office/drawing/2014/main" id="{CE7060F6-D8F9-416C-94AF-92EDE914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16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75" name="">
            <a:extLst xmlns:a="http://schemas.openxmlformats.org/drawingml/2006/main">
              <a:ext uri="{FF2B5EF4-FFF2-40B4-BE49-F238E27FC236}">
                <a16:creationId xmlns:a16="http://schemas.microsoft.com/office/drawing/2014/main" id="{F526FE8A-88BD-4787-8F15-9300C328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62425"/>
            <a:ext cx="10477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6" name="">
            <a:extLst xmlns:a="http://schemas.openxmlformats.org/drawingml/2006/main">
              <a:ext uri="{FF2B5EF4-FFF2-40B4-BE49-F238E27FC236}">
                <a16:creationId xmlns:a16="http://schemas.microsoft.com/office/drawing/2014/main" id="{69A205D0-5444-4AC9-8829-F2037248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0477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77" name="">
            <a:extLst xmlns:a="http://schemas.openxmlformats.org/drawingml/2006/main">
              <a:ext uri="{FF2B5EF4-FFF2-40B4-BE49-F238E27FC236}">
                <a16:creationId xmlns:a16="http://schemas.microsoft.com/office/drawing/2014/main" id="{5F2A70AC-F71E-432D-8D5E-46703CC4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895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可追溯</a:t>
            </a:r>
          </a:p>
        </p:txBody>
      </p:sp>
      <p:sp>
        <p:nvSpPr>
          <p:cNvPr id="1078" name="">
            <a:extLst xmlns:a="http://schemas.openxmlformats.org/drawingml/2006/main">
              <a:ext uri="{FF2B5EF4-FFF2-40B4-BE49-F238E27FC236}">
                <a16:creationId xmlns:a16="http://schemas.microsoft.com/office/drawing/2014/main" id="{2860574B-D552-4CF2-ABBB-52F10567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05275"/>
            <a:ext cx="354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回答附來源文件與頁碼</a:t>
            </a:r>
          </a:p>
        </p:txBody>
      </p:sp>
      <p:sp>
        <p:nvSpPr>
          <p:cNvPr id="1079" name="">
            <a:extLst xmlns:a="http://schemas.openxmlformats.org/drawingml/2006/main">
              <a:ext uri="{FF2B5EF4-FFF2-40B4-BE49-F238E27FC236}">
                <a16:creationId xmlns:a16="http://schemas.microsoft.com/office/drawing/2014/main" id="{394E3A31-545F-42FD-8163-6BA765BE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516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0" name="">
            <a:extLst xmlns:a="http://schemas.openxmlformats.org/drawingml/2006/main">
              <a:ext uri="{FF2B5EF4-FFF2-40B4-BE49-F238E27FC236}">
                <a16:creationId xmlns:a16="http://schemas.microsoft.com/office/drawing/2014/main" id="{BD696ECA-CEFC-46AC-9827-79FD1FD3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43350"/>
            <a:ext cx="516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81" name="">
            <a:extLst xmlns:a="http://schemas.openxmlformats.org/drawingml/2006/main">
              <a:ext uri="{FF2B5EF4-FFF2-40B4-BE49-F238E27FC236}">
                <a16:creationId xmlns:a16="http://schemas.microsoft.com/office/drawing/2014/main" id="{8FD8A91C-258D-4A28-AFFB-83F532CE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62425"/>
            <a:ext cx="10477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2" name="">
            <a:extLst xmlns:a="http://schemas.openxmlformats.org/drawingml/2006/main">
              <a:ext uri="{FF2B5EF4-FFF2-40B4-BE49-F238E27FC236}">
                <a16:creationId xmlns:a16="http://schemas.microsoft.com/office/drawing/2014/main" id="{251B9C4E-2387-431A-9922-2621AF34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33850"/>
            <a:ext cx="10477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83" name="">
            <a:extLst xmlns:a="http://schemas.openxmlformats.org/drawingml/2006/main">
              <a:ext uri="{FF2B5EF4-FFF2-40B4-BE49-F238E27FC236}">
                <a16:creationId xmlns:a16="http://schemas.microsoft.com/office/drawing/2014/main" id="{67A1213A-0CFB-4896-BC7A-ADC2F8F7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81475"/>
            <a:ext cx="895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可切換</a:t>
            </a:r>
          </a:p>
        </p:txBody>
      </p:sp>
      <p:sp>
        <p:nvSpPr>
          <p:cNvPr id="1084" name="">
            <a:extLst xmlns:a="http://schemas.openxmlformats.org/drawingml/2006/main">
              <a:ext uri="{FF2B5EF4-FFF2-40B4-BE49-F238E27FC236}">
                <a16:creationId xmlns:a16="http://schemas.microsoft.com/office/drawing/2014/main" id="{25C79C8B-A1C4-4945-98A9-36B37DDA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05275"/>
            <a:ext cx="354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Ollama 本機推論；Gemini 為選配</a:t>
            </a:r>
          </a:p>
        </p:txBody>
      </p:sp>
      <p:sp>
        <p:nvSpPr>
          <p:cNvPr id="1085" name="">
            <a:extLst xmlns:a="http://schemas.openxmlformats.org/drawingml/2006/main">
              <a:ext uri="{FF2B5EF4-FFF2-40B4-BE49-F238E27FC236}">
                <a16:creationId xmlns:a16="http://schemas.microsoft.com/office/drawing/2014/main" id="{306F7802-47E2-4460-8E51-748B125A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516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6" name="">
            <a:extLst xmlns:a="http://schemas.openxmlformats.org/drawingml/2006/main">
              <a:ext uri="{FF2B5EF4-FFF2-40B4-BE49-F238E27FC236}">
                <a16:creationId xmlns:a16="http://schemas.microsoft.com/office/drawing/2014/main" id="{BA3F3807-E6D1-4F74-9C59-E851401C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516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87" name="">
            <a:extLst xmlns:a="http://schemas.openxmlformats.org/drawingml/2006/main">
              <a:ext uri="{FF2B5EF4-FFF2-40B4-BE49-F238E27FC236}">
                <a16:creationId xmlns:a16="http://schemas.microsoft.com/office/drawing/2014/main" id="{0EE1314C-0A27-43D8-905D-294E7162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133975"/>
            <a:ext cx="10477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8" name="">
            <a:extLst xmlns:a="http://schemas.openxmlformats.org/drawingml/2006/main">
              <a:ext uri="{FF2B5EF4-FFF2-40B4-BE49-F238E27FC236}">
                <a16:creationId xmlns:a16="http://schemas.microsoft.com/office/drawing/2014/main" id="{5E3CACB2-937D-4EA8-AACB-3FDC1017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0477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89" name="">
            <a:extLst xmlns:a="http://schemas.openxmlformats.org/drawingml/2006/main">
              <a:ext uri="{FF2B5EF4-FFF2-40B4-BE49-F238E27FC236}">
                <a16:creationId xmlns:a16="http://schemas.microsoft.com/office/drawing/2014/main" id="{B78D5DB1-3CF0-4BE0-A7A4-2B8CF5B6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895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可降級</a:t>
            </a:r>
          </a:p>
        </p:txBody>
      </p:sp>
      <p:sp>
        <p:nvSpPr>
          <p:cNvPr id="1090" name="">
            <a:extLst xmlns:a="http://schemas.openxmlformats.org/drawingml/2006/main">
              <a:ext uri="{FF2B5EF4-FFF2-40B4-BE49-F238E27FC236}">
                <a16:creationId xmlns:a16="http://schemas.microsoft.com/office/drawing/2014/main" id="{B36D8469-B6C1-42CE-A4A6-79ECBD58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76825"/>
            <a:ext cx="354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Chroma filter 不可用時退回 Python metadata 分類</a:t>
            </a:r>
          </a:p>
        </p:txBody>
      </p:sp>
      <p:sp>
        <p:nvSpPr>
          <p:cNvPr id="1091" name="">
            <a:extLst xmlns:a="http://schemas.openxmlformats.org/drawingml/2006/main">
              <a:ext uri="{FF2B5EF4-FFF2-40B4-BE49-F238E27FC236}">
                <a16:creationId xmlns:a16="http://schemas.microsoft.com/office/drawing/2014/main" id="{839C8697-6D98-4A25-93C5-13AD01AF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53000"/>
            <a:ext cx="516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2" name="">
            <a:extLst xmlns:a="http://schemas.openxmlformats.org/drawingml/2006/main">
              <a:ext uri="{FF2B5EF4-FFF2-40B4-BE49-F238E27FC236}">
                <a16:creationId xmlns:a16="http://schemas.microsoft.com/office/drawing/2014/main" id="{1A5089EC-3E98-421C-9929-ECDF83FC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516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D7D3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93" name="">
            <a:extLst xmlns:a="http://schemas.openxmlformats.org/drawingml/2006/main">
              <a:ext uri="{FF2B5EF4-FFF2-40B4-BE49-F238E27FC236}">
                <a16:creationId xmlns:a16="http://schemas.microsoft.com/office/drawing/2014/main" id="{30A3E8D9-C947-43DA-9B47-DBACBF4A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133975"/>
            <a:ext cx="10477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4" name="">
            <a:extLst xmlns:a="http://schemas.openxmlformats.org/drawingml/2006/main">
              <a:ext uri="{FF2B5EF4-FFF2-40B4-BE49-F238E27FC236}">
                <a16:creationId xmlns:a16="http://schemas.microsoft.com/office/drawing/2014/main" id="{CFEE3254-1577-47F4-917E-E3FFA45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05400"/>
            <a:ext cx="10477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95" name="">
            <a:extLst xmlns:a="http://schemas.openxmlformats.org/drawingml/2006/main">
              <a:ext uri="{FF2B5EF4-FFF2-40B4-BE49-F238E27FC236}">
                <a16:creationId xmlns:a16="http://schemas.microsoft.com/office/drawing/2014/main" id="{50C6E2BF-FAD5-4C01-B485-9D01F3E6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53025"/>
            <a:ext cx="895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不過度承諾</a:t>
            </a:r>
          </a:p>
        </p:txBody>
      </p:sp>
      <p:sp>
        <p:nvSpPr>
          <p:cNvPr id="1096" name="">
            <a:extLst xmlns:a="http://schemas.openxmlformats.org/drawingml/2006/main">
              <a:ext uri="{FF2B5EF4-FFF2-40B4-BE49-F238E27FC236}">
                <a16:creationId xmlns:a16="http://schemas.microsoft.com/office/drawing/2014/main" id="{E4EA74D8-E837-400F-8770-6B4ABB07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76825"/>
            <a:ext cx="354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引用不等於答案完全正確，仍需核對原文</a:t>
            </a:r>
          </a:p>
        </p:txBody>
      </p:sp>
      <p:sp>
        <p:nvSpPr>
          <p:cNvPr id="1097" name="">
            <a:extLst xmlns:a="http://schemas.openxmlformats.org/drawingml/2006/main">
              <a:ext uri="{FF2B5EF4-FFF2-40B4-BE49-F238E27FC236}">
                <a16:creationId xmlns:a16="http://schemas.microsoft.com/office/drawing/2014/main" id="{7ADC4F4E-FE7B-4006-903D-7EE3B87A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8" name="">
            <a:extLst xmlns:a="http://schemas.openxmlformats.org/drawingml/2006/main">
              <a:ext uri="{FF2B5EF4-FFF2-40B4-BE49-F238E27FC236}">
                <a16:creationId xmlns:a16="http://schemas.microsoft.com/office/drawing/2014/main" id="{720E855B-3B7C-4D88-BEB9-E62ACFD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A"/>
                </a:solidFill>
                <a:latin typeface="Aptos"/>
                <a:ea typeface="Aptos"/>
                <a:cs typeface="Aptos"/>
              </a:rPr>
              <a:t>SCU LAW RAG · 非官方學生開源專案</a:t>
            </a:r>
          </a:p>
        </p:txBody>
      </p:sp>
      <p:sp>
        <p:nvSpPr>
          <p:cNvPr id="1099" name="">
            <a:extLst xmlns:a="http://schemas.openxmlformats.org/drawingml/2006/main">
              <a:ext uri="{FF2B5EF4-FFF2-40B4-BE49-F238E27FC236}">
                <a16:creationId xmlns:a16="http://schemas.microsoft.com/office/drawing/2014/main" id="{AAD21F14-DAF1-47AD-8C99-365BE0EB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3821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C4D3A6-7CDE-44CE-AFA7-DE9800E3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8C17D-876F-4B66-ACC2-CCCEA5D5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A1F48-A176-4E74-8FA4-199BDD27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1278C-E895-4A02-BAE8-DA7A1943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69061-BA05-47FB-9A75-8A6157F6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DFB53-0E68-4DF4-A729-1F68915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EA8AC-60F8-421F-BACA-3BDD54BE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02347-8B48-43E0-B7C3-1D0FC022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C2ACE-1CB6-4088-B4AB-FEAAB4C1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619B9-B586-4C65-9ABF-D6163EE9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51B1D-00FB-4A44-8FA9-2C674BFE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23869-48E3-46A5-9BFF-4C4904F3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22CB6-F0BC-4FFC-8CBD-C30C73B3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FC9D4-0699-493A-9849-7701D308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CF477-479C-49B3-950F-52A91938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46C3B-307C-45F2-BC65-74DC2B90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4C53C-12D7-453B-8011-4367137B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1D542-DBE5-4A99-BF8A-4186F928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C2108-F219-4BA8-8329-E47B1B46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60A78-D627-453E-A94B-6CC87150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0D35D-A90E-4F23-A220-DF0C1B82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15A44-670D-4749-9AE6-4831BF59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9A400-E044-4BF5-856F-58F88167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E42A7-3CAB-4B31-B52D-0668117E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D0EE0-933E-49C8-9E77-2385152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92AC68-426F-46ED-82BA-5AB1EDA0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62DC9-CF48-4127-AFED-9C9930A5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35567F-D914-44A5-B2FC-866B716C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52FAAA-EA5B-437F-BBB5-BE28BCB0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82B6E8-15F4-481D-A09A-8267644D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B06AD1-4BF2-49D1-806D-F2260FB0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0F873B-63BA-41BA-8C50-855AAF66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ACF478-6549-43DF-AF30-962EE0C7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76881C-D88D-43F2-85FF-147DBE7A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5E5F7E-6B46-44A1-84E7-D869598A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FCF013-E640-4D16-AF1D-74371A63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5C3FA8-CDD8-46B9-A91D-6283DBCF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6E74B6-AF34-48EB-83BC-ECD61F94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FC8E1D-B39D-4250-8026-05462CD5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376652-328D-401F-9F19-840E2EA2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E76589-D5C9-458F-A4EB-E7D569E1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62F772-BD6F-4E58-9D35-62C5F439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192E79-0DCA-46FB-9E34-06D21D77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72CC2F-11AE-43F5-BA93-D9D7B6F9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32E23C-25AF-4487-A42E-2BAC362D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F891D6-B22A-4D20-A820-2533D836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C33DBA-7C51-4419-8E86-EA9D82D0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668DB4-60EB-428F-B760-FD7002FC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AF28BC-C31F-44A3-8E77-AE56E1E3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F3F6E8-08A4-4BF8-A022-D033ACB0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25D63F-B798-476B-AE11-438FDECA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948433-B223-4406-98AC-0E8BE23F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2EDA05-43EB-4427-A7AE-42CA2F3E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788EF4-3874-41D6-B95C-2C7129DD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C96665-3A1B-41B2-97EB-9D07D9E7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5EA904-1D8A-4260-8D33-1D3F2002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5CE2BD-9A59-4C29-AB4D-127C2261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DC8590-4C7C-4CB8-B2D5-9DD845EF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23A76F-2AA2-472A-89E8-3F58168A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449AD3-E3D9-4310-93E2-FCABCC43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5A686B-ED56-425E-A5C9-1FA1CC07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02B42C-D37A-4FA9-9B2F-5AEAA6CC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1C3118-851B-47C3-A426-D123501E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C6686AE-3D25-4316-820B-68CDB442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65C63F-5E20-442E-9015-726373F6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23CC22-2B4D-49B9-8E91-A313A56D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B69104-B924-4633-B808-D266B62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B5B1B5-C711-4024-8C5B-A9B2D33F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4B2142-8F3F-4CB7-B45B-6091766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30EF4BC-46F1-45DD-ABF8-D8FC5F33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108D118-3B68-413E-86A9-AC834FA8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796E8AD-185E-4762-9B6E-8EC3C982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5A333E1-00C8-4B19-90F8-EF2A1F6C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E712092-E818-4CC5-8B3D-B8251C7C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B4D0477-A46D-4F00-A7F9-FBBBB310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D0DE1BE-CE66-4CFA-80D5-044BBC10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5EFE36E-4CB5-4E4C-8CA1-D4E764F0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99CBA4-8EE1-4F8D-A9D4-91A96A97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D52C16A-4E47-4C00-A3C7-B3BE9177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4BCEDFF-85E2-42AD-939A-F85439A6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F5A36E0-B1E0-4457-BA1A-85EEF92E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44C65A-22E5-4C75-8F23-178122AB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51C82B9-B1B2-4FB2-8BD6-FC7B2D19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776251A-85D8-49B6-A7D5-125BAF00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207D204-0D9D-430E-974C-D6CE926E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651D100-D14D-4383-A2EB-D2EBC5F5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2A91EC5-BE70-4496-9B17-E0C81677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CE900F9-210F-494C-A844-E35AA21E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E950194-FC53-4DB4-8C66-8A08A95A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1F20711-1ADA-473D-A6DA-68490787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E06FE73-9101-4AA1-98FF-4A7BC70D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1FF2772-05D8-4C8F-BE5B-369D7B29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B411578-DE77-4596-B95F-881C84D3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250547E-4F73-4EDB-8259-62BE42DE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BA53CD2-F314-4638-9CB9-74A1F62E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F69D754-0519-4554-84F8-4AEC04F5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6BB8FB3-AF47-4153-BEB1-5D3BC28C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D7A63CA-12B8-43A2-8397-1D135B9B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8FAF3D3-63F3-41FC-B6BF-C152FCE1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A98314F-F4C7-4E15-9982-952AD9E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0B09E79-9A0B-4F60-A135-0E155146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047C8F-70A1-4B5F-9BF9-BE66E51C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746B04B-DC1F-40B9-8CAA-00B74518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59D710F-0529-4415-AB75-7B4C98FD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94EF205-3E82-4B10-8054-C40991E7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E07FD94-A73F-4408-96A5-065D6B58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415026E-2804-404C-B154-91EECF15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852FC3-073D-4151-97F6-39ADBD64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0465A90-E1C6-4B0D-967D-D24F5723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B4D8E64-03E6-4764-A5B5-786EC701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F4E15B1-3C15-4AB9-9218-2EA39AE7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51D0C41-1266-44C2-960C-CAFF2253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53F4087-007A-4353-B3F0-613D4C41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C3EC94B-E548-4F6F-BE34-4B32DE4E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60CC4C4-C84B-48C6-9F00-C1B3CE80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6165121-6F5A-41A4-BA4A-A20DF932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5360949-AFD9-4386-B95B-9E87567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34FAD54-F4B5-44E8-8613-C05F6616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F16E90E-6B54-4100-B977-3DEC257A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691D939-5953-4BA6-9900-E17B5146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8A971EE-D0AF-45E9-8053-EE522E0D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DC0A2F5-2929-4CA2-AABA-0DE874A6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0055A67-3312-4731-936E-6AA30EA2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E542F0F-A7F3-4E75-A3F5-4ED0051E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0CCA45E-4E65-47C3-B3C9-289CC5CE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2BE12C1-E7E2-4890-BAF2-20BEFBDB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2FFC95-6F13-4425-8574-4B3F2981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3E20D5E-6132-4605-9C62-D162D82B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98742F7-64EA-4D1F-92DB-8A6AC159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0F9F22E-5EF8-4819-B180-55A93965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E323B1D-A281-4D0F-B131-E389DE79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538B137-E7A3-4008-B8C7-2E654F9D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4C41CE9-00A6-4D19-9E9A-F6125CEB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14AD837-A064-46B4-938A-14796182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6D690EF-224C-4E9A-9931-D1F02BAF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FCC5BF3-1B19-45B5-A26D-E9BE4A25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B36CDBB-81A7-4E05-BB3C-AAEECFC4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A0E9C83-9087-4F8C-B9A2-BB8BB388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9AFEE7C-46D7-4091-8D26-5EAFB9F3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9B22564-9FE4-4ED0-A315-78607699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A5AED49-9CC7-44D7-B1B9-990AB111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B04108A-A4DE-4FCF-A215-F2DED935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4E14347-44B9-41C4-8110-11F7F013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74FDF79-DCB2-4E58-AD75-4FEFBE5D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A68533E-E85D-4E5E-B19B-9C142C01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C867BE3-F469-4475-AEC0-CAF4816B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16A0BAD-8101-4359-AB45-2E830578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F755A23-7F7E-4D57-9E2D-3E04DE5D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3B04E1C-2B22-4596-A01C-988A14F5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1D82F59-EDB5-48CC-A6F8-46ECE513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9B815AA-8212-498F-B2C4-DC270E4B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C068368-0A8A-40D2-8241-08C14AE9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47CB198-4F2D-499E-B0D4-AAB7BB38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EE282BD-A789-41B9-8983-1375BB17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827A9AD-36E9-42BE-AA7D-35D850FD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339CD71-10CE-436E-B479-97AF71A0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591B7F3-CE0D-4D13-9F99-34A66491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50A75EC-00CB-4BBD-952E-77050C6D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8F591FC-7417-45E6-A8FC-3B03E9D6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D9AECCC-3C4C-47CE-A03D-6BEDE111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EB14E6E-BDB4-4D1E-B797-31308A29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49AC7CE-C1E7-4B03-858A-0214998F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E97F821-3A36-4A11-A8E1-BBAE24B8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93E784E-E325-40C5-984C-B3E3B002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5E7B59E-EC43-43F5-9EF8-58F7DACB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A2EC7CB-AF9D-4DAE-B113-0399CBB6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324B260-40BF-499E-871B-41D0743A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329DDF6-F3D5-4C92-8D9C-2A11AE86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1383457-DB65-41B7-B8B5-38A38A8D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475596A-AB87-4F7B-9C5F-2EEDACD6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A79B1CD-5C96-4614-8BA8-B4CF3BE6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AC9C597-8012-4B2D-A0EC-62C0C74A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D4794B1-872E-4427-B846-1255B96A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33A686B-BF51-4C69-8321-B6DC7087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358A8D3-1DFB-46F0-B240-99E75AE8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15282AA-B86B-4051-A85D-E2A81031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21CECEC-BB70-4ED2-A7DB-BDEEA24C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67D1058-24B5-47E7-AA8D-BC6FA752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5FE0C52-9F56-4219-9772-68F9B1FA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53D1350-CDC6-48A7-B852-62D2C27B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F9FEFEE-9CB8-4909-A279-A3B8AF69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F7D1898-A815-4410-AB9F-FE776571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6C314AA-9443-46C9-8D1B-BCF68D67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29F55A7-B632-46EE-B94C-CD11819A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0CB28F7-3BDF-4771-9596-69765EC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7A80148-8687-4E89-AABD-C3D85F32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689D621-56C4-4BD8-992B-2DCE5DEF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90DF728-2913-473C-8411-63DDC5F8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B88D718-5658-442A-BBD5-63BD922A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B4B62EE-F231-4451-ADB0-A56432A8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5F801EC-210C-441B-AD8D-6E991937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2D939F9-2166-4BDD-BB2F-4E9A1CA4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E8016F7-9AAE-42FB-B207-AC4B6A1F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098051D5-F3D1-40D8-B803-CD947713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6545BDA-6D51-44EC-B338-25738382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33D4A26-B634-4755-B968-F774E92D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AE0A2F5-9EE5-4E08-9B64-A12913BC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3AB7B2D-EA94-43C5-A07F-19131678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7C090C3-6623-49A9-A003-EF791686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231710A7-CAC7-46B1-9B3A-6A0A6EC2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AF4EC3BD-A96B-46C1-B419-E985E8C8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6213C4D-45AB-406A-AE1F-199D8077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0059E94-97A5-4DFB-A885-D63AF8ED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A65CCE7-D12E-4DAB-97FE-6A2970FE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E239D9A-7745-44B9-832F-85B740A1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EB97483-D604-45FD-A136-B6107126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75049A2-8C45-4D32-801E-D84473CB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8348C93-BD44-4A65-A2E5-66BEB58B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DFABF33-5005-4D80-81C1-7134794C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41267D1-ED1E-40C6-B69E-8C6067D9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E9F392B-5C2B-402C-9477-8BEC2DC3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0C8C572-1FE2-47CD-AE42-C12B9C25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B4C0E26-7BC9-4747-9981-14F0F8A8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CD4EE7C-9373-4E99-8DDC-A2450BB4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6554C78-7443-41E9-8598-C92CE897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BBBA6F8-D7C3-4ACC-8642-DC2F5EF1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94CE79DE-9010-4A7C-8596-A3FBDBB6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35518B7-CC89-465F-9439-FA2AAE09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FBAC864-FBBD-4007-9795-00853263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A4F5F5FB-F8E2-4E11-8E46-AFA6FDA5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E951B5D-7F8B-4212-85C3-303BFAD5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62E83AC-7E12-4E25-86BA-6A521A6E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BB76701-901C-4C8B-AEFC-5DACF434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71A1CE1-AD98-4B3C-8539-31D2D34D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A97C861-6683-455F-8A36-B7FDE378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CBBFEDA-1011-47D8-9702-6E9F4031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A020C59F-E6AE-448D-B9B1-9A2F1CC2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16AC51C4-5FD7-4655-8E89-3B0902D4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D9AA18B-CE3D-4452-ABD7-4B24E6FE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0BCEE30-7D93-41F1-AA23-CCBFAC86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98CC7530-706B-45C2-A6AA-0F418CDE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99A3B68-554C-43E1-9189-AC279F8F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3AEA58C-5717-4E87-AF69-357D06B3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C71C2FB-11A0-4323-81E5-985C64AE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5EF583E-C104-4191-B54D-98BDE7FD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113B559-F031-47B1-913D-9DC3FBAD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BB605B1-7BAB-48FE-94CD-736FF1C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7E259C0-906A-4BA1-BA20-C49A7DA4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AA9080D-3C1E-4F66-9D98-F8BF8B0F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A6BE418-A2F2-4478-9404-1752071E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E3F8A13-5D0F-47C5-9938-223B2D1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EEFAF44-8E52-427E-9140-91A115B9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4DFBCC6-3446-4F90-8A98-ADE2DF5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B48F577E-5187-4ED0-82FF-F916793B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B9E3978-633F-4D2B-BC5D-064BA376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40B08AC-F2AC-47BD-B48C-AA6CADC9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77E4BD3-BF61-41F6-872A-058AD064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51534F2-42E6-449A-8201-DE60677C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9FF0C46-F606-42F1-A81C-5DA47F98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DCBED0FA-5653-4488-8986-4C127119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30B2DAF-6CF9-4A81-8257-CE8C91E7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F90173E7-43BB-4F0A-AAA6-0E50F53F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72963A2-24CC-4D1A-958C-9DE129D4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3729D9C7-BC47-4B5A-8CE6-854ACC7F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4D18A169-DB3E-4429-B1E3-D9C2FE02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E3F12CD-B973-47F4-8977-5094639E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702FD6D-CC89-4068-8836-6BAE9006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E39EBB51-375A-4B2E-89F1-2AEA543D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8B42D6D-BF3D-4D27-BB0B-C68454F4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41ABB9C7-E0AF-4309-B306-497538D2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15C61AB7-0CAF-468C-A658-423923F1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D911D9A-E8BE-42CF-B597-76A70348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3BE0A9A-26C3-4422-9689-F4552E49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27A6FE3-2B7A-4401-BE18-EDB19D1D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EB8E0F28-BFDE-4457-879D-BB69802E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16BA70AB-D92B-4506-948B-C608B7D6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8827938-90E4-4CBF-973C-1A378FD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93BC6960-DBD9-4C31-9BC1-FC0A5984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79902FE-CE4E-40B1-989D-14BF0C45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05EFAE29-22C4-437A-93BB-5D353DFE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C48B979-02D0-488E-9A8D-9E020FDC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BCEECE01-FC5A-4101-B3F8-7228072F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6ABA8648-0708-4551-837B-D876A9CA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54B994B-A40E-491A-9588-5EBBE7E7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BBD4C55-9EB2-424D-A77D-D96AED0B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EE4CDE91-23B5-4E2D-8D80-B5AAE4BE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B488167C-B356-4CF1-88C4-B9EEF4BD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F57A1A3-5A65-4695-8316-BDA55FAF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CB81D73F-EE0B-4496-8C11-DB6B8BD3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189002BD-EB9D-4A57-80D3-BB7A9E52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EF411BA-05C8-48A7-B3DA-C6689648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213660D5-3A50-4FBB-B802-E04AA5E7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53675860-3406-4C36-93EF-B06758E7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3EC26F30-C509-4F84-BF56-C326BE6B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A7699FDD-84BD-4360-85E7-AC37C484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14ACF427-564F-4CC9-95FB-2160FF96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1AD54DBB-CDEB-4660-A39C-ACBDC794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7DCE1805-1486-4E3B-A5E0-15390651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B699331C-225A-473B-8C3C-DB30B747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14D6036-F408-4EB5-A40E-EE21A480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D910A796-DA68-4DED-BF7E-0260C6FD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E3B0CBBF-4E1B-4174-ACC6-1C16C8D3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DF7640EF-C55A-4AED-BB12-DB468166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C513B890-29AF-45C0-8474-9D198A5A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A8EB23D-0915-4797-9DAB-1118F57C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D6A72533-58C3-4E77-9EF7-FF8C0705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30DBB71B-AE22-4126-ACD9-0EAA0880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D36FF39A-9307-4C7E-9D06-9CAD90CB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7A325264-DAF9-4545-9635-5A535235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720D756-43CA-4BF4-88D0-094D3921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286AE3E7-2CA0-4355-9734-B98510BD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EE3EA793-9039-4778-A422-B85F30F5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0D50308E-B6BB-41A7-84D3-8D991F48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CAB6597E-8653-41BB-9C30-F040F15A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24A896A4-242C-414F-91C2-3695A7E0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6CC538C7-F407-4F85-BF67-6FEB6050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309B3E0-A9AC-411B-B620-7E930A21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EF03CB47-3DE7-4EC3-B877-B5D453FD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F00A0BBC-DF71-487D-95E2-5752096A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78C672AC-BD0C-4DE4-8D44-D814F450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4C1B3F9-3679-44F7-95BA-5AFE6E8D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1715AC88-2729-4351-9F15-B2E143C7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1F4C9AD9-9606-4BA5-924C-25CA510D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E44C161B-900E-4B9D-ADEE-3C9B0F07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56ED70B2-AF16-4277-8FC5-3CD7EAB8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06ADB201-4285-49F9-BD1E-98D06578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01A94CD3-0D77-4601-AB5E-B8D95610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A002CF78-642C-473F-9C57-4BA95046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22B2F976-5B88-4ECE-BE61-54DE761C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D7AAE97-30F9-40C8-A6CB-9271C429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B3BCFB07-4769-4DEC-A639-8E4284B5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1046D94C-3925-480A-B779-F4A3D385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4C5D80B4-E8AE-4614-AB92-96D6F25C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93FBA713-7854-4EE2-A500-4B95DACA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316BFB63-9835-499C-BE00-5140AB67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D702508F-FEAB-4AAC-9810-7D97F220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C2EEBCA7-CBA4-45B0-9112-CD5EA770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F981B3A8-A1E8-4BDD-BEBA-12908A83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729A5BA1-90B1-4E9A-8905-F34D95B0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F5116750-BC9E-43A9-A47C-6CB0A79C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CBADE8F5-A85A-43B4-ABD6-CF870C89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13D5F845-289F-41B2-A5FB-17C94558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66BCCF9D-810E-4C8D-B8D8-5398E027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DCCEECAD-0A28-4B16-BDB2-8B31890E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BF96EB1F-1D54-45AD-9215-07E86BB3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A03150FB-FABB-4BE5-B9FB-7F3E79FA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5275C31-4882-43FA-9ADF-7C5CEE84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FB9DC0B-A15F-4284-91C7-464E5413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902F62ED-D25A-44D5-AE1A-D015CAF4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F94711EB-9095-4DD3-8F73-3652F6C6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63173754-12AE-44E7-BC2B-C8D26266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12ACE2C9-B26B-464E-9EA7-E1019E23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758D8243-FDEA-4518-8544-C5928FA8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3D6907ED-9FA6-4D69-A510-9AEE9591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CEEBF941-A4B4-40C3-824D-CF2BBFDD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62724B30-F836-4A74-AC47-E473C1E4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8E4DDE04-0633-4C25-BFF5-3B7EA238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68FCA668-5A04-4285-95D5-4A616864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8D413751-BB09-4064-A242-EEDAC8EA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DF7706E6-C7EC-4AF7-8FAB-D511AD30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AD1DED1A-DC92-4B2D-A8DD-34ED6B03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4AAE9F66-AEE1-4ECD-BFD2-4425397B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6B7BC302-04A4-4B0B-934E-658CB544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DABC4230-914C-45C2-94BD-268BE46D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72468ACD-912F-4DCD-A9C4-3042F92E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A6E50F37-84C5-47C1-85B2-9030F665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E0A86E69-6391-4569-AF65-758EE0F2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F309CD44-62C2-4A8F-9FB1-F4BA5C99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5EFB2E52-2CDB-444D-80B5-4BDB0AF0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EAC8A062-F58A-4B44-B4AC-19DA4AE9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E2CDD8F8-760C-44B8-BBE2-9F98212F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B2178486-2A7C-48D8-B0A8-16BE0698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9EA5719B-EC8A-451D-83BC-C6076005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34F2C45A-63C5-4C32-B875-3DE76CD5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3DCFC5A8-2A50-4634-97E3-EC941E38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AB5161EA-3578-4A0C-B006-3958202B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35FBE3C2-C73A-4716-B129-10A4B1C6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29EE3E38-68B3-4C0D-AD54-51C057FF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C9B6C4F8-9841-4455-983B-0DED4BB1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6EF9ABDA-DF90-441E-8EE8-F8C9F164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0CF5BB00-4EE8-48F9-B1DD-C33B440C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624AF81B-256D-45FB-BE0D-A0FAD64B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B81B857C-1253-4C32-A089-4BCB9B43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D84F7C15-B321-48B8-8169-5919F246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401005A9-84E6-4266-A495-9BD671AE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083B97CC-E651-46D6-98BC-CA298260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4B64ED0F-4C33-4AD0-A7F0-03DE0EF5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EEAB8DA6-9351-4D1E-931E-214A7BE8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65B18E37-6FB5-4E10-9E5A-F1477F40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9F6FA99A-66BF-4FD7-98A1-0D48FE0A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E926BECF-308C-44AB-B39C-695AE537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214DCB49-C7F9-4356-B356-C35138B5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4C340612-5C0A-4598-A2A7-21CCE628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B6D0892D-72DA-4F2C-A151-EA74DF26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7073AF19-A9E3-4B29-996D-6D5A9D30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FC2EECB2-698F-4638-BF2D-2799596A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F82ADDCA-5725-4854-8F16-E9FBF473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7D3BE4FA-2E46-4701-BF48-82D82CBA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50F55C60-EF66-4083-B67C-43587167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A8A9896E-39C6-48AE-82D8-DA63D483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3702A99-C896-48E6-ABBA-123A998E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5B10718C-03D1-4E14-9D9B-C570FE4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27C70D56-AA4D-495D-A9A4-6760FC57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75E3198E-2D71-43E5-BADA-61A24CD7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B11E9169-BCA4-4020-90D3-3B75E885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C1738935-58C9-4BEE-86B6-2FBCF2F2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9D8012B8-A26F-49B6-A881-AF5C5A8E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6B0D05A3-8C03-4DA6-B393-40D2C1DC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7E64BBDE-7288-4ACA-AC18-ABBD469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25FC7E9F-005A-4681-8DF3-C5F61E0A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6443B606-F5F1-4A59-9504-61BF8DC9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E5ADE6FE-B7AC-42A0-BD1A-2BB50CD7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ED026235-B5C8-4BF3-B7F7-3032B842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474C9E4D-E523-4B94-94CD-ACEB1FCA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7703B9C1-332A-4FA6-BA9C-F10D129D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5BF7F74D-AD8B-4FAB-91FD-32A6F69A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2358BB17-9396-4C44-A864-3F975611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3330EEAA-8BBE-41CD-A2D3-67854F21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E9EC857D-3B4B-4EB3-A48D-8B72B189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1E488339-0415-44F8-9C6C-8A17423F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2AA43DB9-9922-4FBD-A2F2-38AB4131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EB4C6729-2C96-4C92-99DF-73FB391B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BB5D7F3A-CC90-498B-B1FA-67B1B20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300AD683-43A3-4587-9467-18B88697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099DAC82-11C9-4E94-8DF1-DDCE7594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A4EBAE11-1E41-4E0F-A85D-4825BC92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C9055468-3122-4A83-82F1-F68DB0B0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DF5873B4-281A-4CD6-9331-B41E8445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4596012B-00D6-462B-BC46-08B606B9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642614FD-10C8-40D8-8771-CCA95765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84E2CE35-C248-4C69-9F73-591113A9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A58DD9DE-47C0-4EB1-9A5B-E2558D52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1C8B49DB-86CB-445C-9745-B378A6D8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ACA33D64-D992-4C6C-A16D-57C6EB37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BE1B279D-B45F-492F-A719-1840279C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B95DA261-3DB4-40D3-883B-4F59B773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8DCF59BB-6B51-4C28-84C4-44B44BAB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6DC91919-3AB1-4FF1-B29A-0AAC033F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4E618D25-290E-4AFD-8E44-5ED216BC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E2657C7A-7C1D-468D-AE7C-AFF1DB78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1086A9AA-A969-446C-9C1A-215B9381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E1BBC952-7657-42AA-8987-7B041862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F1B4516C-E6AA-4545-9D73-6309275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65786A57-E81B-44A0-821B-C5BDF1A1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92B00E1D-8151-48FD-9EE8-3D86D910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8675CBD1-42EE-461D-AE71-D6C52BC6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4AB42414-C66A-478E-9463-80BE3FCF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99F0769A-5848-43A5-A10C-08195390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6F9C0FE6-6836-4433-97DE-7A643C92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1291940A-BA01-44EE-B1C6-03210FD3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AA432017-5232-46BF-A023-BC4087F1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100CCC29-E289-455A-9892-F9BCB13F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AD13F00-5E2E-43F1-B837-FD9730C7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98A9EFB6-512A-4B7B-BA63-B4AE5AD3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9AFFDAC8-9305-4DCE-A512-81CDEF36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74A2C568-0E83-4674-A61E-87F33DA9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8BFAD175-68BC-4CA4-BE37-A246EE7B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5C4F9E3D-C7B3-45BA-99CD-E2AB1B8B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24C8286A-9D95-436B-9079-EBA3A253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17315B9B-3FD7-4AFE-8D46-0ABBC9AF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5F3069DD-A445-47D5-9F8C-8E1B6CDA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4F05A354-9A23-43EF-BA46-C7AC0704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1D965BF7-497B-41D5-B0D5-99CD2860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E31C2504-A5BE-444C-9387-187DBF60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F5D7F9ED-09C9-4FE1-8E5C-9FC114FC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D527944B-3A23-4C7A-9B56-290B6491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8723A22F-EA28-4B2B-A4A5-3FC83903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603A7D1C-4D37-4055-94AA-45453F31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37D6C2F3-215A-4F29-B9BA-7899CBCD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2AC396EF-4849-4ACA-9C9E-8703F76B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5037E6CC-D2F0-42D2-AFCE-6A2C43DB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CF8E1BC2-A688-44F3-B444-0768FF8B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ABEE9C43-DAEA-4623-9FCA-FE6BEF26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B1A8BA68-D5DD-42B7-A026-3BB0A8B9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28AD2622-690F-492C-81B2-86CB957D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8A38B1C7-B6CB-4BB2-875C-7D25AECE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47923A6-6027-41E9-A66B-B5B53DC1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2984A158-F187-4423-AC34-1A43864E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B24FEC1F-8E0A-4CD8-9EF2-3A0590D8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EDF0F668-1FB5-4230-9ADB-841E5E6D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47EB149C-EE0C-4AC8-BB82-45B17B6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16FB214F-A7B5-4C14-AA96-8635A4D7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2215B1F2-7B3A-473D-959E-B3FE817D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369CFB94-9877-4936-A23F-7CBDA375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F5166D58-A233-4711-8B39-29F6620D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9CBB120F-E40C-453B-BCD3-835F7EC8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D02702B6-BFA2-4D45-9CF7-2E665DC7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23E50D6E-685F-49C3-988D-5BA889FC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1A91FAD4-BABA-45DD-9F4E-776E77CD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2E300CBF-1860-4129-90A0-E57B921C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C7BEA7C7-AE49-4E30-BB84-52C24D55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5B38925E-28F3-405B-BF1B-1E73B5C7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751F7A55-94CE-458F-894D-A76159BB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A30B3094-0ADB-49FC-BCB0-96E72DA1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E86C33C6-BB2B-4BBB-B728-F1B532BC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C0BFFD3C-4E9E-4BAA-B3F4-7149DE30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6E02D11E-7951-4A17-9DB0-DF79D0E6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A65BECE6-AFD6-4F97-860F-86B1DCBE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CB3A9B6B-CB70-41F9-A032-87BF2445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D39F77E5-73DD-4320-A862-B96584D7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20EF7317-91CF-4B5B-8B71-B52314DA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05DFB442-8AF8-4ED0-BCD2-2317996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FF7F1BB9-373B-4E99-AA96-370B5E69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26A75B57-0C4F-49D0-A529-6EE08951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83A208EF-F369-4E3C-A944-6E77CF73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ADC6DC7-671F-434A-A269-277162C6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DE29E588-8374-4ED3-9DD7-A2E1F07D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763165D6-BA99-4C0B-8268-E3E7D854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3D7BF281-5C13-4896-A4A3-CA5A1A45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545CEB51-049F-4002-961B-A34CE1E6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86DF5483-984D-4F09-B929-E56FAE3A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ED5868CB-308F-4980-B5BD-9F7C4B76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0B547805-2B1B-4FAB-B976-A595BFAB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C76733F7-85B3-42E1-928B-E02123AD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20066A0C-54C8-4A70-AEF8-983496EB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461FD484-24B6-4705-A5FC-A7E32AE3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16FC98BB-5712-4401-84B9-4DEB740E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A16CA7BA-2A34-46D2-89D3-FDB3090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68A001BB-0EDE-44B6-ACEF-F2E81DAB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D2115D4A-4592-4D12-9178-85AA389B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112B387C-5522-4525-B493-1AD2112D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2EF156E7-E9C0-48FD-BCDD-F942FB7E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D922983B-8106-41FA-A5C9-394EBB3A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E3A23DA5-C4ED-4B0F-8BDE-CAC1D3E2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60F6762F-9C09-4AA6-86E9-B55CF718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7DDB1DAF-178E-418B-A501-1E80419C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FDE8A640-E2A8-4E32-8CDB-9F8BAC2E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C0C8D22F-DBD6-46B1-BC2C-135B3239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31F303D0-DF4A-4AA0-BDB8-0D6DE8EB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BC65D1DB-B20E-4B4A-B4C9-8EEF8E8B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4C8E2367-EF90-48BF-BBBD-4AC76C52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97DCA0AA-9F60-44AF-8332-A292C5B0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2A2B57B3-A4CB-45E2-A922-0EA71B45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5DE53001-8D4B-4D23-B68C-416636E3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BB5E26A5-670D-4F63-8F79-93A7C45B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0A03423A-7475-42AC-8CC8-AF796170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7E645FA6-8D83-4A7C-8503-31A06F55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026C1861-9B30-4ADA-B021-454C368F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4CF1C47B-0E83-49F3-8C9E-ED0F6E11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1935EE3D-04F4-43C3-A433-B007E61D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FB4AC7B2-7F29-45ED-8ABB-D76E5289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DE6949AC-D092-4427-9729-CB34B8EF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BC8F0B3F-AB54-40DD-BD6D-DFAFCEE6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BD8EA79-FF81-4276-A27E-496DB539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0B73389-C4D8-484B-94C5-9CA813B6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B477770-1FFE-480E-8B59-F9CD9FC6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2E9AE5A-792A-4219-9690-0C77BB13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F08A3AD-F2ED-4280-9379-9301EFA8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204924C-E1E4-4C44-A425-1A616035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8084B275-08A4-40EA-9FDD-76EB4742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35D13A2-F167-4F21-914E-B176BED1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F0E2C2B-9662-40B3-A49B-1CE9393A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C7731E6-1BA5-42DF-84BD-F7E99C69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036A85A-68AD-46DA-AFA9-FCF52237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C13D43F7-631F-4267-AEC0-E8293AED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14AD278-81EC-4600-9B3C-10C38F23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C5F6938-27D9-41BC-895B-53B6E711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40BE60F-DA15-4BC0-81F3-526D84D7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A041D1C-77CB-40C5-BA2B-C56349BE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253EFA7-8D13-4F71-8A4F-F9966B91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F1AC7270-F379-4AC4-9751-05683DCB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8C8CE2A-029A-48A5-952C-CFA2555B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08901ACA-A637-4F7C-A6B9-8A2227B2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97693FFA-7AFE-458B-AD49-CB2AA8D5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E998B30-8EDA-40DC-A11A-501814D9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E28C05DE-9467-42BF-A9EA-EE973575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03957F62-F651-42C4-AE58-DF3B8549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9DE93140-9D3A-4BBC-AC32-848497AC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5D26CA8A-7487-4539-9287-64F21DD9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06BB7469-7CD5-4D3C-AE31-5171D649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58086198-9CC8-4E2E-BDFB-A155A4F4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135D1175-C5AF-4C21-8C44-04639493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EEB420C5-7DA2-468F-A0F7-F99729DF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E6FB259-70B1-4E94-9AD3-C076162C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5A66099A-D0BB-4751-BD3E-29892518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00310903-CF27-4ABC-A073-3E964F46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2E57494F-7428-4734-8C3B-3D2A90C8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96D063CD-5979-4CB0-A881-F0FFEBC2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6FE18AE1-8D6E-4FB3-9FF5-C35E6940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BEE77934-A603-4E2C-98DC-0A716208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09BF8D1-D2A9-4BBB-85F7-C820C26C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6F220817-4D9D-418A-A08F-622DFED7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23FBF6A-7ED8-4EFC-B905-8460B285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367AB0A-4C73-4096-91B0-148C9EDC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FA4EC87-9522-4BFB-BEBC-7C5C4D81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E3A55C36-DDC8-4135-9A02-18620A42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346ABC7-E8D3-4721-A35D-C3F9A884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05280240-3C44-41D8-93A9-3F7E0038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D135387B-182C-4E16-8988-55DFF576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5AD31DDA-9C47-46F6-8AB6-C2CACF61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6C95F4D6-EA1B-427D-8CE2-F97CA7BE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58B5FB29-33EC-4E0C-B617-298E0ECB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8CD62E68-AA85-462F-AE01-C3D5E129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1A5F8625-32E7-4E8E-B10F-19731171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BA60E0DA-E1E9-4917-898D-7288DBC2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C12B8F9E-DACE-4C64-B1DA-921F16CD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5DAAF993-D4AF-4B6E-A1A0-0ED8FB70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A776AD0C-4BD6-44BF-94E7-47CE783F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2F303862-455A-41F7-836D-954CC93F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81A9FF31-D838-4CA7-9DA0-BB7AD462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694ACEDB-E204-436D-A930-B39EA5D8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0B30909C-E627-4C63-A1F4-D04C2A67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BA3EF9F4-56F5-44A1-BF33-EC5F904A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06CD1C8B-8BE5-415C-86D1-F8130C50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EBA1FF76-7A63-4095-A74C-2D86CEC1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12DE9153-5D8C-47ED-B39D-63E74E2F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454C8231-F8E3-4DEE-8118-0D2E212B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957196A6-4670-4DD0-8ED4-E31D9CD7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B70CB1AB-5EAE-492C-BD0D-F51B92D3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D60C9646-90BD-4C91-BAD3-873EED54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46233B77-D8A4-4CD4-B19F-9737D5DB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7F3985AB-6D7E-4DB0-BC1E-E395074E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197B5F62-A690-491F-9FE8-E1897292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7E8D47A4-C2B1-41CC-84FA-2CDBCBE4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BB675226-11E9-4EA0-8A0E-0F4E7573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2E444739-1BA1-443B-9E3E-807FD77F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19924D79-03CB-45EB-8736-7545D306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E8E76980-DFA2-40C2-8015-03B1B404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EF097D16-C6EF-4A4E-B2A7-222590CE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04E6ACA0-E8A6-476C-ADC7-E4B64C54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1424502E-7863-46E4-BAA5-2E5BC635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8970A556-8E0F-44E7-B550-D3E092F4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C43B60D4-2AA9-40E9-AE9B-964DCC87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42104735-338D-4C02-BF8B-B74763A1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EE8FFD73-A4A5-4B0B-8420-6D6A8305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4D36B89D-B6E7-427F-9B89-AA23D549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BD53A2A1-B0A9-4660-8C4B-7D97BB77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D7D0966C-8E7E-4EAC-87E3-0DA8FD81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613C5B49-1887-4D95-913E-77005401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FE4EE1D0-CA80-428E-A2CA-7527373A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4E131083-6940-4E9E-BBE6-CA4CB623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8B342061-0A72-40C7-B23B-53217672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567FD141-D436-4677-8BF7-25CF167A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955BE6BF-7019-482E-954C-BC9C77AB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AEDBE417-D317-4E40-ABCA-C9F078A1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8DF01AF2-9F8D-4A8F-802C-5FFF9BFC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26F420AB-8E87-49F8-B31C-81EC0577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E4E5D30F-B05C-4AE0-A067-FDAFF361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CCD3526E-9BA2-43C1-B1A0-ECD20655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3A572BBE-8EAA-4D5C-9ABB-92EBDB1D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4B480B8A-AC67-4123-84BC-683691C8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A5365333-BD6B-494D-91E5-5D45E0C3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A2C1EAC1-1B41-47F7-ADEB-A30AE85E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9156CEE7-30E6-4303-B212-8850F409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932920AD-413F-482C-B139-8DC78D83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1824299C-30F9-4A74-B72C-9E1770A8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834E5711-DD78-4E89-ACBF-2CCE18A8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A7D03E66-8D99-4AE2-875C-3D92D623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40633522-AB60-4DFD-AD24-21E463F6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08E9B211-1F3D-4708-82A7-8CA7C916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C46E065C-B19A-4403-BFB6-7CC8BAE7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9305ABB2-D384-4A0B-94EE-495E7D07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14E46CB4-BFDF-4F2E-9D07-6088B168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4FD8437B-EA5A-44E8-BAEF-7CE04063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79C82D15-8F7D-4036-9CD3-0F910C04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4250D960-407A-4AEB-B44A-C82B9F05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435D7CCB-C0B2-4FD6-B820-C0CA43D9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6A523EE5-CBF1-4A0F-9D3A-D7239B99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88715896-A67B-45AD-93D6-469CE151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AAC921B3-79A2-4FE7-A2C3-20FE18B6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B05DFACF-C9CE-48B3-A847-9B92422E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ED75D70A-342D-4ED2-9AAC-1B8B59F8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D0EE01A8-C89F-4D39-92DB-C6E351F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964F5A15-B05D-4127-819A-A8D9FDB1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00E56220-EF05-43E8-AC2A-2FE13C28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D02B7D7E-1916-4CE8-AB9C-0BB1CF82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8CAE3A20-C42E-459D-8047-39045F26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7808BC03-FF4D-4989-A93C-ACD492EE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8A7944A1-1BAC-4CAC-B37D-91D01A5C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E6EFC432-5011-4DEA-ABCD-406234F1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5BC8E594-06A5-401B-8BD6-4548D724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42E6560A-89D0-4736-84B3-B33F3722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AD135DED-D584-46AD-9EEF-50E78AE2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5F9425BA-9CD3-446B-964D-90F233F6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98746E59-5848-4540-9353-A7AE558A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27604F2F-E45A-406C-B233-A38B3D91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624F3636-3716-4C0F-9376-39C83D16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6B000B9F-0046-4E1B-AA06-F82C4292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42569447-D9D8-4F7E-AC29-0B9C80CD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6FC012E7-A983-4FD1-9BDD-49866842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714E2238-D884-47D3-9E3D-E32F8B4C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821E7F51-E265-4792-8771-723767FB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C00E622F-60EC-40DD-A6BE-50496A6A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E2BB5431-D302-423C-BC93-A7A44A47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44834D11-BCDA-4209-B1C0-5A89CEF2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E24C81CC-4BA8-403C-B3CC-CB59DE8D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B4F0E367-8E74-49F4-8C98-11CC7DE1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28EA91E6-F8A2-40B9-8957-D7DD6A01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A8623192-E350-4FD1-BE1E-769F9D06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D423C101-EB5F-4279-AFB3-A716096E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EDE9D1CB-A94F-43AF-9AAF-95969AF9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0E60B9EE-F5B6-4CF7-8745-AADA74A6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F454B4B4-2B93-408C-B1E9-59C3448E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D08FD530-7A3B-45BD-9373-D578A47C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0CDBB2F6-A5FB-486D-B3EF-424DA872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42520973-63DC-46A6-8821-2463DC40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5A587DA1-6ADF-403C-B97F-B56C7C7B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996E096E-E7B2-4B21-840B-C4903D1F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B559CDEC-8A13-4DC6-9D40-7D9DC881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D959B16B-B10C-4E55-BC78-895DE8FB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1B87F0FA-D7D3-4BA8-A783-778677FA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528504D7-989B-48ED-8D19-9D209F7D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4741536F-4684-4ECA-8C68-322EAC9A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274C1CFF-E3DC-4342-AC1F-2ADD0B62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AAF22EEE-E11D-4F5F-9B0B-2D95E949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5586D895-453C-4453-8D3B-0DF6A09F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BEED1C77-7CD5-4DAD-87FF-9E82F366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59490BE8-F46D-411A-8697-1DFED97D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09E61228-17F1-4570-B9F8-042798FA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7397873F-F0B5-4270-B71A-0CB91347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82E99BBD-F139-4A97-858C-2C3EBB79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CCE8B829-3AD5-4070-8D72-98C7A016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D38E4E15-AF8A-4380-9FFF-F99C6509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6413527A-6A73-43E5-9FFF-2452DD23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1F0F7CE4-FAFF-42A0-B030-5BDD8851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B453B8EC-C258-464E-B6DD-C7E27AD0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2EC6E968-93C8-405C-BDF2-1DF7BBB9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3407A274-AA63-4FD7-97C6-31A3C893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8DC02E6C-A0BC-40F1-AAE4-CF7E4E24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64457EA6-CE1D-4038-8732-82913069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52F6C5E6-E491-4305-8204-8029D13A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FFE58601-E4D9-416F-BF75-C4CA0123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41F9F512-F6DB-4BC7-BFF2-5CD5CC42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12C655ED-B8CE-46A9-9307-48186689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6BC27659-E46E-4F42-AE27-31A7ADCE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62FF398C-0BAB-46E6-A542-892E422B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5E1E7BED-F3DD-42A7-A20C-C01924F1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AC82F24F-0B43-40D8-9FF4-867937D3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3E43909E-0E45-467F-BB5D-11B9186B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7DA95016-4503-4F85-AC5F-10590A9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EA5E20CB-41B7-48FB-B942-99FC631E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71D5ACA1-CA25-4540-9896-9E566F68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5F6CC93B-581C-4F92-A31C-93F7E38C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2C5B2CD8-1EC0-4986-B3ED-F68CD8E6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EA9240D5-4303-4C71-B532-9948472E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4F202810-FBA9-4DE5-8D93-7477401D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CC7129EF-E97E-451A-A238-2497E1C7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446A7420-1014-4AA3-B58A-E9F96470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85E8991F-454F-4F68-89AB-F46A5973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9AAB3B50-9DE6-4422-868B-9C53E1F7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DB27F61E-44FC-4B66-81BA-F8EBDDBD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BE467E1E-A70E-4CA9-8B6C-E5E90722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371CC82A-4954-493A-8BB3-060017CC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47CBF8CD-D2B7-4D0B-9FBC-9A2FD2AD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BB488780-7730-4ED1-82C7-46F95044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83F15B40-3D8C-4C2A-9979-A14167FE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71169E86-0119-4CC8-A2F2-55DFA731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D61ECDAE-A387-4736-8A7F-F2DB5D91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4A00466D-B52F-4F38-8736-A6B2E481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86722A7D-C3FA-4179-82E4-6E3276DA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0D635BB3-9854-4BCD-ACCB-1EA474A5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D5E68E47-79EB-4461-A0FE-63403090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3A68608E-B6B6-4C3D-B84B-FE7BA61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AE6AB710-AA9A-4D82-A4F7-05BABC19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73A76CA3-0FBC-4A46-AB1A-8721EED2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F18BCFB7-3763-4C31-9E57-CBA81CD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69504664-36CC-4EF9-9650-E77330D9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53E86B05-C623-41E2-9E38-ED4E34B1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635E664B-D8E9-4A9F-A77D-F9E12708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08BF8A20-E8CF-45F6-ABC1-44ED34DC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99940964-DF3B-422E-BDDB-0B46EAB6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FE122BA5-41C3-4FC4-938D-DA29CB7C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01950DF8-D2FC-4298-80DB-DCC8331B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C9A5C715-0E14-403D-B134-3F8ED0BA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29BD88BA-96EC-4DCE-8B0B-96FD963E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55F77444-096B-4801-B1AA-D70D5582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146A3216-9F7E-48B5-9FE5-7E6A4C2E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D2C46371-E5EA-44C1-8DBC-5C1E6EA3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C054E495-6C0E-4720-8CB4-6AB89F5D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FC0882E2-895D-4399-A3DA-42A2A0D0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B93D042C-51B7-4C1D-97D2-9D427313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F5B84BAE-187E-4E3E-B97A-9FD448CD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C1F4E4DB-C2DB-49FD-A5C0-3E203CD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8347473A-AA8B-4C86-A3FD-4A0D7AC0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B1F89C55-3E98-4B29-811C-CA8A49DA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659CBE72-E7A7-4C85-9A38-C0894F01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6DEFFB9E-6F48-4B57-A4C9-56882BE6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B3008B8F-DDE7-43CD-A75D-016BA339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396ABF18-D6E8-4446-8104-D3DA876D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E0745503-A7FD-41E6-AE06-E78EFA06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6DC59487-8E2A-48C2-972F-F854F595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92081902-4638-4165-968D-7A7AFB4D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2410EAE1-0766-429B-A675-CC35D8E5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4B3BA030-5CB2-4A89-B968-2694F2FB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A780E10F-18B4-4E3F-892E-9E491A43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A621BA40-8F2B-4A33-A4D2-30CA38F7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924A91B3-FE7D-42ED-8ED3-40FECD75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7EA54F8B-831D-4FBB-BBC0-FA487CD8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1DC1BC82-D1E3-40C1-B25F-45F5DBAB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0C834435-9AE8-4FBB-A9F5-48BAE090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AA9E928E-9E2A-4183-8931-8B05DF1D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A1139CF5-7162-4C06-BA4D-6D088D29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90412C0C-4BFB-4EE9-8430-15E4A2BC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1C842079-6996-4E6D-9C66-64CF1C99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C194F7A3-2916-41AE-9D8F-74E46C47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6A214038-B6AC-4AEB-AE76-D5807C29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7F832FDE-97B3-4A19-B0A8-2240AF9D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B18E966A-593A-417F-9E54-B7CB38A8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32BE40D1-3B60-4718-AFEC-CA787A6B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6DEA8F48-EFD7-49B3-9022-AF7D270A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A38D5D8C-3B12-4FFF-B94E-463BB270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BE30B098-6C5D-47C9-8B8B-86D1CF10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1400FD05-EFAB-4C25-AEA7-7A6017B5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4FC74910-61F2-4E66-A240-4959A443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C411A78A-0979-4FA7-BA73-CA03CB02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FAABED67-A896-4B79-BCBF-3F9A2C68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6941E170-B64F-48E6-92B7-3A4C0F4C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D616C817-F3F8-4611-B624-F70ABE15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C7313D45-ED8A-45B6-B93B-F7B2230A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7753516D-8F7C-486A-BC45-3C9E157A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B5925C52-C0DA-49FB-A0E1-979DF58B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D60C00FE-D990-4EC2-958E-6DA5C18F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8B00615B-95D0-4245-9528-3FC3FAB2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2B9F5C9A-FEFF-4DE0-A5D7-261A346C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FC686A03-C961-4F33-A66A-32FD4926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23FD1357-C837-4116-8EA5-7BFC26F8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368CA1F4-B11F-4F2B-A105-755A5F8F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E2865E4B-2796-48E4-B4C5-3A32DD94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106F8283-9A3C-45E6-B710-1A1677D2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A88FBC29-1044-4BCA-92A1-93DE9CC5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8BB2CDCB-FB7E-4384-A218-D0EB4DDC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275A92EE-4F8D-4191-A252-FF26B2EB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290B95A4-1337-4C83-AB62-718AF6CD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090D9D8F-8A76-4888-A9F3-FFE7C91E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3B9C47B4-A14D-47CE-BAD9-A5A29F2D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6ABAB592-F71E-45CF-A94F-3AB556C2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C0CF3F5F-398B-4248-B9E8-00BB68BF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C9771E0C-5328-45F8-8165-176B9272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4DFED42C-C37C-4E69-94D9-2D23435B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A8262DDB-D2BC-46BA-9C7B-2D5E9C22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115F1453-BBFF-4B55-B70A-63506361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C4E0A76B-2876-41B6-84FD-76119B69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282DF65C-090F-4C33-B695-44CD68E5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D7E13B9C-AF58-4006-A39C-47964757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53C37DF2-2EA0-4085-AB66-33DCC02D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53947F6A-183E-4E9C-AB19-1A9A5F72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D772A8AC-3DA5-4515-BCCF-2E1E03F1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B149B7A4-8807-4CE2-8CD1-07109F35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352DD82E-6FCE-481F-AB9A-CC2F7DFC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428F0345-134C-4450-B205-16749B40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60ECC5FC-B96E-4CD1-A7DF-51E59F58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FB853F03-41CE-495E-BA1C-83821408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3B41884F-DB5A-4ADE-873D-3003E58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8321E17A-5BD8-4195-BA4F-7AA46F87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996DA799-1BC4-43C1-9E5E-7E3222D4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96CABCCB-48F6-4C3A-9BA2-05492B4C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EF6D4047-F2EB-4C5D-AE6D-4F41D159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DC78210D-DD9C-4745-B31F-43BAC8A4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27C4A20D-3D6F-490C-8C7C-2BDA9F15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F67F4E72-1297-4B3A-B10F-7DE2644F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583C0A9B-F117-43F1-A24E-B4507E81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F2576A9E-3D87-48D6-B4F7-EE804FF0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C86E06D3-D4C6-448E-9FCC-CA2A10A8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544CC686-5BD0-48A6-A8CF-1167BA1F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A3884551-7950-4DFC-8970-D191B23E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74614CDF-4709-44C1-8414-7797B1C1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785823C5-DABB-4B5A-A50C-9517F9E1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5894894E-20E1-4DBC-B7E0-C05D93CB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E8480FCC-E403-4B46-947C-E08590FE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64A66C5A-7EBC-4395-AEA3-AA0E639E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04DF8CFD-0E3A-43DA-96AC-7E0246E7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F0D6B319-E43B-4178-9B09-0C8FA5AB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FDE9E23C-B55C-4D7C-91C1-51E757BD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8C871189-6216-4630-BE30-D98309E8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25D80034-4865-443C-A4A6-3C72DBAD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28552DA1-7A3C-47AB-820A-FB7230A5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CB12C15B-77ED-4573-A2F3-A89295E0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C6D083F8-09E7-4AAE-AE53-8ED1F88F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7D5DF3AF-04C4-401E-B2F9-6676254B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A82C04C3-CC72-4397-9C13-F2F530CF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23FAE3E9-D3ED-44DD-9CA4-B136D33F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340EA831-5DD0-4A88-BC01-49B4B82F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24C43E24-5F40-485A-8D17-E81B68ED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662545CD-A4C0-47CA-9F5F-EF12EEF7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F50F4EE0-CF21-43C4-B3AE-F814894D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40088B7C-C93D-43C3-8197-1E9A3E8E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8F8359BC-8035-4306-9CED-C83EE769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7B405E2C-1797-4D6D-BD41-C890B0F1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82370EE2-8211-42C5-80D6-470CEE60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C098071C-0B7F-4C6E-B7AC-BAE41880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B7A633D7-F257-47E9-990A-7DE981CF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9267D235-FED3-4F50-A22B-B86E4678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74A19966-0257-44D3-AD5C-22C348DB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56D3F945-2159-4B76-8D6B-D53D6F8B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F76C3414-4186-4F1C-A66A-504AD620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F13E957E-048D-4F27-915C-D254E096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018DEEFC-372D-4C61-A7EF-128A7D75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85BB4CE2-6498-4F43-A554-A46983AE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F961D0C8-C429-46DE-8640-1ACB77D9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A9DA5A7A-D0F9-4831-982D-8D9EDC64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B744492A-0BF3-4604-ACD3-B9D4BD3D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9FCDCCFA-1F8A-47B9-8942-B32AD2F2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FBAAFE49-B805-43B9-B2AB-87EC15C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0703146E-097D-4D99-A56E-B8F95719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14F1AA23-3E2A-4DE0-9FA7-697C4926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47FA177A-E0BA-474A-A119-5770A396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2C2EE2F1-F786-4623-AB51-634B5D3B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40A9865C-F8C3-4E04-9D6D-6A0EEC81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06ED4163-58D9-4C2B-AA11-83EB0E3F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575BF8B6-898F-447C-A948-CC7BF54A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B3A9E5F1-83FA-4D38-AB6C-08D035E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7525F025-172B-4989-8744-FBDD5995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44D4535B-68F0-4BEA-897A-DC31759A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10C67BB6-EDDA-4EFB-A55B-BE715736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7D91A62A-810E-4F64-B186-5CC785C6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8AF0AF9E-176D-4DE4-9B8B-92EB3242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3CED6C11-4190-49DF-BEB1-DC1B5050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02C5262B-11A8-4265-9332-6D876AF0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8AE74AD8-3D81-4E06-ABA0-AF08B598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C2528679-F083-4912-ACBC-0A534669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A242897D-3C04-4D0B-9A4F-076FFACD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689975E8-5313-4833-9A8B-6899F837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EE767E4F-BD25-4DDC-8BD7-BAE68465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B47CB729-920F-477D-AC45-6A3BAA33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29358E94-9864-4EA8-8AA3-CB931415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F4C8F4F2-3187-475A-B252-D981872C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38AB2843-AADD-4591-8FF6-4F3E62AD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59B23C61-6779-4112-B61F-A1AEC2D4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C63520F3-36ED-45FB-97FE-582B9AAA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2A049493-7F6D-4C69-AF27-88D1184E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E964C73E-5BF1-429D-A052-0FBF1639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870950CE-4B31-42C3-BF20-F1BA284D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08D15864-7E81-4255-ACDF-0BA7364A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1F232287-F176-40CF-A241-F41A86A9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8F93A25D-2E53-4FB0-BAC3-1563290C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EA9A23FB-4CB3-4BD7-9741-CA30D4E2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9691DC98-1454-4188-9423-6FC73DF8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F1285201-4BA2-4FE0-80E6-EAF06FAE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21B6F79A-6EA6-4167-B023-87212112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CCCCF973-1CB8-4C14-BB81-A34B5843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E388ECFA-B2CD-42C4-B9AD-DFC5C81B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E503736E-DD66-49E4-9451-1654346F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AF44AC1B-3CB8-4C67-8AB5-52C15770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6EA494DA-E984-4F6F-A2BB-2FB5EE2E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6C2B60F2-0505-4B9F-AC44-ADC9E125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B7C13D0B-C28F-4939-A564-33B4BFF2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3E923270-B690-4A2A-8597-0DA74EAC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8E9C7F9D-B81D-4D44-9CF1-E45FF90A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433848BD-E6A7-43BF-A3A9-7DCB6F70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1218933D-41B7-4172-B4BE-ED6BA766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0C9783C5-F7A5-44C5-9315-8B00D5D3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F0367453-4216-42D5-A893-4726D603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37DAE799-B4D3-4548-AF8F-E635196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8FF06422-6CE7-425A-B756-4803E33A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AC3287EE-438F-4442-A806-7A9668DE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E4CF5403-CA28-43D6-9A36-0245841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D97B8F5D-46C4-41E0-A1AD-9B9629E4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3C244E98-B388-4958-8079-46D3A800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AA875D99-2655-4D1E-876E-CD828848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5C55C6C8-8257-4432-8847-34CF9E42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6812B26A-051E-4ADA-B9E3-4FCCD964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8C9CDF42-0E58-4DD2-8769-F9C6ADE5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F3596E03-A078-44DB-9B30-01D278EE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450CC63D-C8BD-4742-9A75-919F36E2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C5559185-D6DF-4D1E-B156-89788A08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0572D02E-0DCB-47A9-88A9-F1C1F2B9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A05B11FF-6566-4CCF-B437-71EDC3ED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9505938B-4920-4742-ADFB-555DBF5F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77B9F986-4E7E-4174-8329-0E130FF4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9AEA08E8-223F-40B6-863E-C1CCD586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E6BEB8D6-58B5-4720-A3A4-BB7A0F4D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44DCF3A9-2F03-47CE-B377-DB07B487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99B8BCF5-AEB9-4321-8E13-FA9A7B6B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9B5C0F98-27CB-44FC-9DA1-26E8892B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7924E652-7A54-4235-B7B6-66FDFB5F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372F7EE2-EA76-421B-B62D-CC8C43FF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70EE65CC-B7F5-4AAF-AA5C-D6CD71CE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26D961F0-E3FA-4F5B-BDEA-82075466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4F6F0671-A232-4F06-9FDA-915790A9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FF7DFF2F-2AE4-4780-9AFF-61C40480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0B5EBBBF-5E5E-4A86-BA7B-B40C17F2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734224BA-9B5B-45DA-806A-45951512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B760E03F-D7FB-4A68-A9EA-DEDB7823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9B97243A-E544-4F1F-9825-8CC361ED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816D030F-2C75-45B7-A33E-AF09B41D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9FEFB123-9C0C-43EE-AE23-A6F1BC1D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FCC6EC21-72D4-4DED-B938-CA9E49B9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61205AE0-754E-4BDD-A94A-94A7B86F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0F338888-94CB-4B60-BB41-8F487B16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6D1EF783-BEEA-48BB-B46D-67426D20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292F47A0-D182-43C6-B26F-2D5324AE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ACDAA760-2FF4-452D-AC96-37711305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8417E903-AB7F-4498-B291-915E003E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ED5ED178-B2FC-4237-8F91-E2EABC7B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70CB16A4-29E2-4468-B7E3-2A4B5687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2123B385-CC5D-4EE7-AA94-4280715A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1105D149-CC60-48C7-A8C5-DD0FAADA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F3A44EB3-8AEC-4607-B288-6D40FE69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C5D37A5D-035A-4A38-8CF4-F445E05A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497E7C43-BF7B-4A64-B464-4E7E4DB9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354D5DC9-0C9B-4BCD-A5C3-2EC5D1D0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1DDDF688-99DB-4199-BC55-88907690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403C144F-4E7B-4BDF-ACDC-0BFB0083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3ADC5E0E-CF49-4769-8BA2-EF593B41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4B858A11-9CCE-414C-BFEB-47D27069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EBF870C8-241B-4BB0-8979-86960763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2EBE4F2B-39BE-494E-B8A8-39B62672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3F470FD1-3328-4910-9BD9-727AC643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134F815C-754E-4459-BE04-AC72DCC7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F34B6F06-B736-4510-AEA8-216FADE9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6E934F22-0D5D-437D-B72A-96671042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390BF60D-E160-4BEC-95F1-B32B3C89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75AC7DCD-A3B7-48CD-8008-40387C3B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A923E678-10CB-4333-BD6C-EA63C29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88767EEE-7013-4254-A92B-94128D07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D21F2E10-07C9-44F5-991B-A6768A32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871C25D4-255F-411D-B2F9-97DEA046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B41B57B0-42C0-47E2-AA18-3B11C1A4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E5DA0BC6-2E5F-4E79-9954-0F25AED2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D7963FFD-E891-4ACC-83E5-33FE386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700C2C0C-E8F7-40CE-950B-73C3EA9F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C152D985-E74B-4ECB-A04D-8F78576B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CC1EE83F-66BC-419B-8901-CC1CBD22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DDEBE6D2-9E5A-444C-BC7F-1BA40481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180EDC72-3925-4C53-92C4-CC2099AE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43A40C7F-04DB-4FCD-916B-927DA2D0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454D43E0-93D0-48B3-AC5B-04E1C91F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3A6F0EC3-1D4E-426E-A3B5-A3E6D28A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F3F9ABFF-E301-4814-8537-D865F54B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4614AC18-721F-429E-A6D4-1E3B209F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92656066-6FBF-4539-BE75-1F5846CF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423C97DD-194B-4D2E-9188-3479DEF1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269397CA-FBDB-4158-A511-D82EF520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B5738F5F-1561-42EF-B035-5351E1DF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C1710221-904A-47EA-962C-FD1194DA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655BF414-7CE6-405A-BBA8-28706B4F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BD49E3A0-85C9-401D-91C3-DF45D624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957C81C4-D40A-40F7-B23B-4C8E5FDF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D858248F-796D-4B13-9D0C-B774182E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984526E8-8AA4-4DD2-9942-2ADCE6FB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932A7EA8-FE72-41E6-8462-5542C18F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1A41EDAB-669D-4C74-BED8-71B813D0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EF52431C-19E4-4577-8107-74B0B9F6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08105679-CEC4-4EB3-BC08-3BB4216B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119FA830-F334-4E43-9A9A-58165297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D273BA5E-DEC6-4B35-9A67-604875E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58F3480B-3A35-4DD9-9C58-39978A7D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F3A33D66-D576-44D6-B9DE-994922A2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528C0C36-5F93-4BDB-A1F4-0E7F70C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5F74D805-90D3-4A57-A086-0A5B4904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90A4AED4-0C08-4FE2-ADAE-FC48C773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CAF32494-AC0B-45A5-BFC7-D0C33533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8C8BF9F7-432B-4C95-A5D3-934181C4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063C05FF-FD59-4B4E-B744-7689F893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35B1D54F-E930-46DC-9E70-BAE47B2A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77267A7E-F635-4168-ACAD-EE901619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STACK &amp; SKILLS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4C46ABDB-9384-4635-B487-DF1E3FEC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這不是單一模型專案，而是一套完整產品工程能力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85FAC803-33C5-4B8D-9058-3888B9D8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前端體驗、API、資料治理、檢索、部署、測試與安全必須一起成立。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E9FA61C8-373F-466D-91E6-25A7BD2F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05025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BDE1F763-4A67-4BE1-BAD9-8CCCBD00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FE5D16A3-025E-49B2-A1A0-93CFF133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95525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0329F471-EBEB-4EA0-95C8-48E42090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AF2052E2-5EAC-4022-A565-F3817C5A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FRONTEND</a:t>
            </a:r>
          </a:p>
        </p:txBody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F78CBFD5-D1AC-4E7A-8E3D-36E2F678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React 19 · Vite · SSE</a:t>
            </a:r>
          </a:p>
        </p:txBody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1E26E96E-6AF0-44E0-BEA2-DC88FF4A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對話介面、管理後台、狀態視覺化</a:t>
            </a:r>
          </a:p>
        </p:txBody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6452FF53-CB08-41F3-A700-D99F2791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05025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0639644C-5090-47F1-AFCA-ADD06EE2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5740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5ECA44C9-F6C7-458B-B307-FB4E91D2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95525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92DE47C4-FB35-4991-A7A7-52C9B483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66950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75775647-205B-49A8-97AF-90FAB9C9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BACKEND</a:t>
            </a:r>
          </a:p>
        </p:txBody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84736B6D-07C7-408A-B3C7-766A526D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FastAPI · Python</a:t>
            </a:r>
          </a:p>
        </p:txBody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6E178DB0-3C35-4E36-BE2B-5C11909E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433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API、認證、上傳驗證、服務分層</a:t>
            </a:r>
          </a:p>
        </p:txBody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0BCD489A-01BE-40A5-A5D6-75A9776C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105025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5163B16D-9A3E-4BCD-B8B7-71B591A3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5740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5862F160-BB30-4C7A-8BDC-2FC95C18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95525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3A4C8DA6-C8EF-4290-854C-16AB9AB1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4C300FD4-82C9-4F33-93AE-EE1859FB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145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DATA</a:t>
            </a:r>
          </a:p>
        </p:txBody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9C09C346-84F3-4D77-B68B-DB7437CC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PostgreSQL · MinIO</a:t>
            </a:r>
          </a:p>
        </p:txBody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436C0D18-E0FB-48D9-8D5A-E316FCC8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版本主資料、物件儲存、migration</a:t>
            </a:r>
          </a:p>
        </p:txBody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E5C30286-05B8-4985-BE9A-EF057263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05025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1E193B7D-84FB-4B1A-BED4-AE16CA58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5740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9FF3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5368A247-2203-4106-AE49-7E3C2CB6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95525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EA5D1F87-1F3C-4948-A3D5-247AF97A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66950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E8AD0EFA-6897-4E8E-8AAD-035F993F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145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AI / SEARCH</a:t>
            </a:r>
          </a:p>
        </p:txBody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E82D5496-8769-4BD9-B36D-A105B73F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Chroma · BM25 · RRF</a:t>
            </a:r>
          </a:p>
        </p:txBody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612E907F-6660-49AA-8E18-DA871316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433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embedding、混合檢索、引用組裝</a:t>
            </a:r>
          </a:p>
        </p:txBody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166CA53F-8A34-4752-9D2B-A04AB9C4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105025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41C993CE-1DFE-4BFB-8E33-A2E2F2A6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752FA7C6-AB32-4560-9473-5E2A14A4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295525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D4E3522C-82FE-49BC-BACB-254A5351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66950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1DFCF5B0-BC14-496E-88B6-F6643449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145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OPS / QUALITY</a:t>
            </a:r>
          </a:p>
        </p:txBody>
      </p: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0690E135-AB35-483C-8665-0EEA0513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Compose · CI · CodeQL</a:t>
            </a:r>
          </a:p>
        </p:txBody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545620A2-EA15-4262-996C-5673CEE8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433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自動化環境、測試、安全掃描</a:t>
            </a:r>
          </a:p>
        </p:txBody>
      </p:sp>
      <p:sp>
        <p:nvSpPr>
          <p:cNvPr id="1074" name="">
            <a:extLst xmlns:a="http://schemas.openxmlformats.org/drawingml/2006/main">
              <a:ext uri="{FF2B5EF4-FFF2-40B4-BE49-F238E27FC236}">
                <a16:creationId xmlns:a16="http://schemas.microsoft.com/office/drawing/2014/main" id="{826FD0D5-0139-4F79-BBC4-EAB88A2C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24425"/>
            <a:ext cx="11049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5" name="">
            <a:extLst xmlns:a="http://schemas.openxmlformats.org/drawingml/2006/main">
              <a:ext uri="{FF2B5EF4-FFF2-40B4-BE49-F238E27FC236}">
                <a16:creationId xmlns:a16="http://schemas.microsoft.com/office/drawing/2014/main" id="{7DCBB05A-CE31-4523-B772-8990F425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11049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76" name="">
            <a:extLst xmlns:a="http://schemas.openxmlformats.org/drawingml/2006/main">
              <a:ext uri="{FF2B5EF4-FFF2-40B4-BE49-F238E27FC236}">
                <a16:creationId xmlns:a16="http://schemas.microsoft.com/office/drawing/2014/main" id="{96E3982D-BC3A-4967-9725-3592C8B6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EFC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5EFC4"/>
                </a:solidFill>
                <a:latin typeface="PingFang TC"/>
                <a:ea typeface="PingFang TC"/>
                <a:cs typeface="PingFang TC"/>
              </a:rPr>
              <a:t>核心 skills</a:t>
            </a:r>
          </a:p>
        </p:txBody>
      </p:sp>
      <p:sp>
        <p:nvSpPr>
          <p:cNvPr id="1077" name="">
            <a:extLst xmlns:a="http://schemas.openxmlformats.org/drawingml/2006/main">
              <a:ext uri="{FF2B5EF4-FFF2-40B4-BE49-F238E27FC236}">
                <a16:creationId xmlns:a16="http://schemas.microsoft.com/office/drawing/2014/main" id="{471DC6E4-293D-4A7E-ADDA-7C00E079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29200"/>
            <a:ext cx="897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系統分析 · 資料建模 · API 設計 · RAG · 交易補償 · 背景工作 · 容器化 · 測試與資安</a:t>
            </a:r>
          </a:p>
        </p:txBody>
      </p:sp>
      <p:sp>
        <p:nvSpPr>
          <p:cNvPr id="1078" name="">
            <a:extLst xmlns:a="http://schemas.openxmlformats.org/drawingml/2006/main">
              <a:ext uri="{FF2B5EF4-FFF2-40B4-BE49-F238E27FC236}">
                <a16:creationId xmlns:a16="http://schemas.microsoft.com/office/drawing/2014/main" id="{B05BC3C3-A5AD-4E91-B889-1BB0B041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34025"/>
            <a:ext cx="3143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9" name="">
            <a:extLst xmlns:a="http://schemas.openxmlformats.org/drawingml/2006/main">
              <a:ext uri="{FF2B5EF4-FFF2-40B4-BE49-F238E27FC236}">
                <a16:creationId xmlns:a16="http://schemas.microsoft.com/office/drawing/2014/main" id="{FA6E026D-9639-4DD3-BA22-7714ADA2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05450"/>
            <a:ext cx="31432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9FF3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80" name="">
            <a:extLst xmlns:a="http://schemas.openxmlformats.org/drawingml/2006/main">
              <a:ext uri="{FF2B5EF4-FFF2-40B4-BE49-F238E27FC236}">
                <a16:creationId xmlns:a16="http://schemas.microsoft.com/office/drawing/2014/main" id="{A9F38EA5-4E15-4830-99AD-0E15B76C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53075"/>
            <a:ext cx="2990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UNIT + INTEGRATION + SMOKE</a:t>
            </a:r>
          </a:p>
        </p:txBody>
      </p:sp>
      <p:sp>
        <p:nvSpPr>
          <p:cNvPr id="1081" name="">
            <a:extLst xmlns:a="http://schemas.openxmlformats.org/drawingml/2006/main">
              <a:ext uri="{FF2B5EF4-FFF2-40B4-BE49-F238E27FC236}">
                <a16:creationId xmlns:a16="http://schemas.microsoft.com/office/drawing/2014/main" id="{C12481D1-D3EA-4B9B-B4A3-09174414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2" name="">
            <a:extLst xmlns:a="http://schemas.openxmlformats.org/drawingml/2006/main">
              <a:ext uri="{FF2B5EF4-FFF2-40B4-BE49-F238E27FC236}">
                <a16:creationId xmlns:a16="http://schemas.microsoft.com/office/drawing/2014/main" id="{60154124-D3DA-4DDA-BA67-676A2EC8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A"/>
                </a:solidFill>
                <a:latin typeface="Aptos"/>
                <a:ea typeface="Aptos"/>
                <a:cs typeface="Aptos"/>
              </a:rPr>
              <a:t>SCU LAW RAG · 非官方學生開源專案</a:t>
            </a:r>
          </a:p>
        </p:txBody>
      </p:sp>
      <p:sp>
        <p:nvSpPr>
          <p:cNvPr id="1083" name="">
            <a:extLst xmlns:a="http://schemas.openxmlformats.org/drawingml/2006/main">
              <a:ext uri="{FF2B5EF4-FFF2-40B4-BE49-F238E27FC236}">
                <a16:creationId xmlns:a16="http://schemas.microsoft.com/office/drawing/2014/main" id="{73D70461-32E1-4502-A72D-68ED6088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912991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38DD3-69A9-4D84-8C17-15C72F39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96FCF-B032-406B-A72D-279D2BB3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AE95D-2BFE-4948-865C-8748DB53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9008E-084A-44A9-854C-E57935D6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AE665-18E3-4B5E-A17F-27BADF20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CE2CD-306E-462C-9D38-07CED598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0FBFD-0E70-4FEF-A657-1B5828C0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99ACB-D33E-4109-989C-EEECBDB5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CEF7A-358D-41FF-BED4-A65ADD4E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44518-F23D-43F3-8B8A-4A0092F0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4F074-4B35-4EF8-B677-479A6DEB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E4420-EF29-42B6-8616-6CC1386F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D1172-7A9E-4062-B8FF-205397C4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29905-BD85-4F77-86C0-F3A7F938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D05A6-C426-4F53-8A3B-5078D25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9883A-E88B-44DF-9769-54099E45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8EE35-9610-4B8A-98F2-1B73C207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80261-EA12-4A5E-9BAB-32DFD470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32C21-9905-4781-A52E-0C80F711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C40DB-EE94-4C5E-8B02-0DEF7C3D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4DB79-599A-4D26-A508-C965D9E6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1F404-4991-42A2-A017-294BB517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BC61DB-3F6A-4CC9-99C8-611BD03C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F5EBA-D8F3-4DBF-947E-25F8A6E8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BB907-09C7-47AA-8487-92D817FD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FCD7C4-F516-43C0-AA98-5E55D709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646F91-D2D2-42F8-B644-AEB714D2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D7FFB4-E143-473E-879B-800D9CFA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217928-C7D7-419F-A794-D0478B7C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5DA4E6-48FA-401E-87B4-9EDDBB78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EFEB01-94F7-4AA1-A0F1-74280FA1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B2253-53FD-48F2-B440-070E47FF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8915C5-FED7-452E-9DF5-6B6C197B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42AE27-793F-41EA-86A7-522DBF8E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1B1ED7-93C6-431C-BFF4-853B7A63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AA77BA-B9AF-47BB-8FAD-1AC2D2D8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23EB87-B637-49BE-8003-D53550F8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FD4678-0BBC-462E-95EE-2462650C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4D1A48-273C-4008-8030-D1C0AF4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F0BE1B-AAB7-4400-8FAF-CDC9F3A7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1EB450-C054-4459-9EF0-9132406E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2F48BA-C84D-499F-A046-DED99203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897808-FEE7-450F-822E-716A753B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C73403-12DB-4200-AC0F-24A37494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2C0983-383D-4BB5-A758-4EA879A9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C1EFB9-60EC-43C9-92D6-8518CE51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5BBBA1-67CE-44FF-98D3-C294C5E8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9B2B5A-A7B1-4B95-A853-4CEBC7D8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394387-5FE3-4FA0-A6E3-F0A5133B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F8B41A-DF5D-4A5E-AE59-F607155A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ED1947-92AE-464C-AFB5-3038BF95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8B015A-60FD-40F2-AA61-7A36400F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2CF4E5-8178-4265-8C44-E82E0BA7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5C762C-3569-4056-A66B-8370A698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A6FEE1-F884-4BDE-BC06-09794ADB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45F1DE-20FE-4237-9081-E2F2DD88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E73291-19D7-4EAE-AE40-72795D5F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5246B9-1BBC-407F-BDBF-58EDBB9A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1572FB-2383-47C2-9BE9-F4118E8D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94C439-D474-4D6D-98F5-AD824302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60C66D-AECA-4B74-B40B-2E6E4E19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CBEF23-9737-40E9-90F6-52154D87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F6553F4-1661-4380-B4F2-E9F3CFD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8DAD4F-AD95-40C6-96DA-4FAC4F95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43FE62-8D4F-410F-9FAA-AFDFF9A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10BF25-3198-4FED-99B8-B3130747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6CC562E-5266-470B-B15C-B5B4E123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B3AFA0-F10A-4152-91E0-EE08F28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EDF640-ECF7-4E19-9074-316A9C89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EDE6F9-2A43-4F32-AB76-68A40237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0BAE77-C1CE-4D05-80DC-252323FD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E6A758C-14DB-464C-8AC2-91F44CD4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1D13FB-A331-45ED-A696-5160B3C6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F59FC9-4074-4510-9274-B147421B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75003D8-6ADA-41A8-84FA-05E80B48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0DEA1A-D769-4572-BC47-FF5ED8D0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7B1FE4B-75FF-4252-A3E3-41D39CA0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F3CE34-DFCC-4CF6-A70F-5DAB7EA7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F1FF782-C13D-4560-8EE5-0DA6F0A0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260F45A-2901-4AE9-AACE-208E3747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572D2A-CD58-482D-B5D0-207250C3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9FB594C-790B-4F37-A92A-CD45677F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FD76254-8F27-4F28-8B14-9076587C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D726F47-40D5-4E3C-A02D-5251C8DF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AC40139-F037-4806-BA66-5E10C223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AD4FFDA-8D3F-47E0-9AE4-57A4EEF6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428096-00E6-4432-A1A8-2C2F2065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E8E9597-3E1A-4882-9FD6-FFF16B49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61F64F-6A59-4654-8C0F-2C12E958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3C260CF-D240-4FDE-AFAA-F93AA29C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E5622F2-6282-4C73-A1D7-1DBB9436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877748D-466B-4607-858A-C78E482B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C63106D-D1EF-4499-8371-129B97E6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CA8376D-A5F2-4A00-8112-E75F7F16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06EF0E4-098E-4470-87C0-4BCA2666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D27202A-47E9-4341-8EC5-97103540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2717C1F-1CE1-449D-8E28-12BA60BE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F846B2B-2844-459A-8463-A0CBB759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6B6ECAF-15E0-4567-9262-765211C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E7A2AAA-71A6-411C-A6FD-D4BDC459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3777EDB-3BED-4442-96D5-AC408485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106EF64-B262-4E55-9C2A-521CBF3C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08A89A2-30D8-499F-A16A-D24B13D9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352752F-7B22-42EB-923A-71052EB6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8AB360E-8C22-46B7-A588-E555083D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5DBFCFB-11EB-4344-BDD3-EA97BD24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4F7396-21CE-421E-AB84-258BA076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F36E5B8-6EBD-4D7B-B977-964A53E8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6C247DE-D662-4B94-BC39-0923D86D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D3A4BA9-370E-4DF8-A4FC-31630E59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F3C70D0-3BCA-456E-B5AA-4770F129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7C0378-2F26-4E50-8869-67F1D2F3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E700DE8-4F85-473F-8CE0-CB97581B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5D663A3-1489-429C-9457-2CC63E12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FBA84C3-C7BB-44E2-AC4E-1E09CBA9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B97EFAA-E6F2-40A1-ABDC-CE5EA81D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126EE74-E5BC-485D-96CE-0129CDB0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D660E80-7A4F-40A5-9DA9-BC5688DE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89424F3-6CF4-4ADA-AED0-5488EC73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A2CE1CF-EAF3-4473-BAA7-8CBE8BD2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B7BB63C-ED1D-4996-B52C-94D58477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E0AF77C-5995-43FB-A12F-487F14D7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078AA88-4046-46D3-922D-F8BCC3E1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6093C04-FA3D-41DE-B5B9-F6E146D7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6FF0D7D-4A9B-48B5-A2EC-261BD319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696C844-5151-4D7C-8CAA-A95C3202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0D1D484-B112-4738-8F0A-940E5E3E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2DC94DE-E97D-4595-AE12-939351F0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58E6812-359A-4D5D-8C3E-DCF3DC49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710DC45-5D5E-4CF7-BA34-9309DE57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7F0F8BD-9AF9-4706-AE48-DE5E2E21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2F580D9-8249-4096-B69D-BA115D0A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5007D33-CE06-4722-9775-8E93CB95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EF866FB-4E1A-4A6C-B31A-53BBE80E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452163B-5052-42B3-B08C-45A2E236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070DC9A-A00E-4BEB-AC1F-E5DF1276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041D7E0-85EB-41D6-8A4F-48C48E92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761EC12-01DB-43FB-942E-4B81265A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8CCA15B-67D1-4B97-BDD1-6D1D0EA7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43C252B-9AEC-4E95-9C76-10FB0CB0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5E26118-8FB7-4D8D-9932-F9F63D35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8DAA1CE-F5CF-4FBE-854E-D7B750ED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9FAF92F-F2DA-4C78-A155-DEB86D9E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0CD7A12-18CB-4FBA-B6B7-8745B1FF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30DADCE-001A-415D-97F1-A4FA17DC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2DAC16C-C0D0-40F7-8DDB-59122FBD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B5E120D-99CA-4CF7-B732-6946D0C4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EDED9A4-BFC5-4083-8ADA-0D42824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C7B14E7-9BC3-4FE6-B59A-8A95FAB7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749C45C-B119-4AC4-BA06-1B9356B0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762B8E6-B804-4308-8C21-8FA81084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89DFF8D-5AC6-424F-8B0E-05AA1ECB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522DF4B-4EF5-48A7-8B0C-16A0EEF9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59268A3-26D9-459C-B810-A8168741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CAF428B-A5C4-48EB-A921-113AC8B1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FAD9FEB-33B9-4B55-B06A-AC1BA67F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3E7FEAC-74CD-48A5-9344-9BEFDA0D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70E2A46-73B2-4E4D-A42D-CD294BF1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BF7E0E1-8A80-42C2-B38E-65CBCE97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1D822B3-43F0-49DA-B96C-48687A05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8E6A2DD-2EAB-4EAA-A4C4-C254485A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ABB7EF8-2393-43F5-8DC0-C1DB8190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078F120-6258-4C22-9909-5B24D195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85BDBA7-94A2-4386-BAB1-567756F2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0B89845-4870-48DD-BB7A-8D3CBDE5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8965E6D-78CB-4DEF-947F-86B0560A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E2EFF29-005B-4F77-9BF7-5D2107F3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63B7AC7-1B65-4A82-BDDD-D73FEE4D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B5139BB-830C-4165-8204-E0ABA4F1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CD14E77-6814-44FB-A948-87ADDD98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E3AA3A0-5465-4E41-9218-B95EFB2A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00BE0D5-0197-48D8-B42C-99D7BAE1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26B80AD-AFD8-4BD2-8548-B4A98D13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B95CB14-BC05-4DC4-A258-1AE67F9D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04FD2099-CBF2-4CE1-8D96-960D6EA4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CF5E980-A1C8-44BA-A2A3-1E01D0A3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0588FD5-6EF3-4343-80A8-EBF5337F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4D2A274-31F4-4B00-9D6D-A90B7F24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4B978CA-F56E-4F52-B417-B43A6157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A479FA9-F719-4265-AEE3-006ED04B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EA774D3-C063-49F1-B980-0A102AE6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5E7C17F-4A27-4295-9556-EFD9A2A1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09CE26B-F671-48DF-BD97-12618844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E35C4BD-CBD1-4FE1-A452-AEC49CBB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9E62829-949A-49DB-ABB9-7C61D9A8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4DAFF2E-249A-48B9-9363-D59C43F1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41A6C4A-194E-4C18-86E5-B1A17AB4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9E3396C-8D50-48AC-AD23-D582A30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F33884B-480E-4D8C-BA3C-E8804C0C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45B96B6-9EF5-4246-BF2E-F4BC03F3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2C28D50-084B-4F22-9870-08220DA1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08EE80A-53F9-4E42-8A66-6A0A6FE8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3A20A51-2883-4532-9961-1163D55B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D7EA738-0F2A-4F88-90CA-EA8B21A3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54D3BDD-6227-48F0-8A3B-AEA88AEC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F2E9195-25D5-42BD-B419-36EC1819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DF6B73E2-287C-4517-A5CE-DBF644A1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3EF7346-6746-4291-8A7B-8835C7B9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8C8CB7F-285A-470D-8F02-1E537975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4C8C9EE-5C6E-4C42-8D8B-86756194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EB5DF0A-7D19-4318-AA23-0744F92F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8AD3C6D-CD1E-4E02-930E-B01CF047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8C2D3F1-1285-44C7-8AC0-CB423DCC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D618E56A-FDA4-4724-AAAC-B66C0C69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495074B-FB3C-4FE5-A745-F2C70E8A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252D3A6-7173-4914-8346-93CCBE06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21A1E21-3160-4E43-B09B-F74078A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3E3AE80-8FA3-4DB2-8536-1DCCD18E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EC5BEA7-D85D-4860-B523-FE40A158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3925C4E-D78B-4B64-B96E-CCE7FAE7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52E2865-1D3D-486F-A984-18B98E88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9B6EE96-7117-42EC-A118-F5DC3443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D173727-1DB2-4C30-8121-1C0FAE4D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200889F-37A8-4931-A064-AA22E12C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4071CE3-88F7-438A-8FFD-060782E3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4A402D8-2AA1-4740-8A9E-4D91B9D0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632BE104-789D-4B72-9C02-F9219AE3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2049C28-972E-4308-9D1B-A51AB0B7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0224BB1-6791-4709-B500-E6BB6671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68830F8-D46D-45BA-A37C-3CF9A5D7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37FCC5C-CBBF-4620-9440-065A5D77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B29C6F6-1927-4433-A93E-3B12C7AB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7C004B7-F62C-4EC0-9EAD-C746C047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1CEA51B-313F-44F2-9A9F-8A8E98B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03B00A97-E155-4C91-956C-9DE153ED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10540B1-58CC-4C05-956C-F7818577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8BC97CB-1E09-4576-8F21-2A98379F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7C2DBB43-E496-4AED-B2CA-259B404D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6FF2E81-2877-4860-BE55-28AA4883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D557057-CB38-4247-AB5B-2063CD70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1A3E48D-FBF0-44AE-AD15-B9583AE3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A278F68-F272-4F81-8E88-438EF62A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1B103D4-1501-4A69-8074-EE52762D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9A47CFF-0A90-4810-8723-B2EB6798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1A4CEBB-5A17-40B9-BBCF-290D2076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FE4FDFC-8DB1-4E59-B28F-DE7DAAFF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FD43471-60A1-41A2-9A21-3433A02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FC82480-6ACF-4145-B2B7-772FF199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1603260-73F1-4A17-A1DB-D0572264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330C8C83-758E-404C-A9E8-765F30BB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71DE9CFA-2AF5-4D49-B63F-8FCEDB86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536EABB-BEE3-4100-8231-2F4B16D2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539DA53-AA64-4E48-9AA4-860A9365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ED24079-1007-46DF-A5FA-415BE121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C842E50-55BD-42FF-9213-B0BA44B7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A6D27F60-7C4A-4B21-9FE5-AC0D91D8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3D10CEA-EBFC-477D-9A4D-9D461F1A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F056C0A-4238-46D3-A823-C12CED12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2685D7B-6BDF-4297-A33D-3F1AEAA8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BF57CC7-DACF-4136-B560-5DCB6785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DEBF038-D516-487B-BF1E-791DF2BD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5CA23406-D04F-4A01-AF0D-622314CA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F69C28F-7FF6-446F-A121-1D0E67B1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0F3AAA4E-259A-4F0C-B14C-2BFCE13B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4CCB446-71A3-4A84-B492-FFCB24CB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36E6CA4-BE32-43A0-B663-96936E6C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1F68A20-5264-4EDA-A1F3-8A617A61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027F7704-63B3-46C0-A015-051FEE86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DFA2E78-ABDE-4063-95E0-3B86E2E9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B4085AF5-D84D-4C77-8F54-28365C9D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B043916-4E53-41BA-AE2F-C2B11A5C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C69B881-1666-4D34-8587-93CA2199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A432198-9006-4A45-B332-8D5E24B3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5CE395D0-B8E6-408F-A10C-E1CF94D5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FBC6D6A-2EDD-4B13-B30A-E4CC2E8F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580C8FA-5B5B-44A5-8A20-C014BED9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F943359E-9445-42A4-BE59-35959834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C07C09B4-D8EA-4609-BD22-24758E12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10F8DDC-A5C1-45AB-95FF-2ED879A8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558FBD4-7E06-43C0-8631-C1E0FA74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F3C78D49-3323-4440-8C5E-508C86FA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787E2D6-6465-4477-8561-7EF36DBC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DBFB6114-E7D7-4340-BF43-C0AD3388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CB8E4105-CA8B-4939-A211-8A032F86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A68569A-78F9-4BFC-9B2A-4F9ECE5B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1D2A5C12-12F8-4429-AAE2-3C6C16F9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123EC0C-DDD4-45C6-8737-E08E5488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D961BCE9-980E-43B6-9D78-D3DD0277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4414064E-4E79-4167-9FAD-B6583445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15D1858B-B42F-4BE8-ACB9-8F8CF956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B2338DFE-963D-45E9-8598-9A6824D0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97489E21-2B50-46A8-AA78-6152EC39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0B60B0BA-5C66-48B7-8B93-F9956CA8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6B95EEE-1EAC-4273-A9CD-0D5C76A8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E1E0498-E4F5-421E-8196-2BFBAF86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81B578E-F129-4A5C-A98F-9CDD03A8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0CCFCC0A-CC38-406C-87BE-35119F6F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DF97182A-0EFA-42AE-B7F0-B585E522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D05E5A94-343B-4730-82C9-3A12CB09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81B36B90-9CE4-49E8-9643-F6A9EDF8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0C6E1297-8828-4D4A-81E3-40D5F1C5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D4755A5-C902-44AC-8E30-B7644259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BE507F9-7288-47A4-BB76-EA4C80B0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A872CB84-CFF5-49AC-8722-9A14DC72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8D2DB68-555D-433D-86DE-FBF70BA1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E76079A-49A1-4FCC-AB48-899E543F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9216F602-098C-4C26-B198-BBBC532C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54B3F526-8245-4F40-BCA2-2EE7894B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CEE97284-7BA1-4FAE-B606-8FB8287E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4F86939D-CE08-4958-9687-3AA80ADC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4F687EB1-434B-45C4-852B-BCF446A9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4BF36FA-C7BB-4B36-8F42-CFF08C5A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5D41E546-FE6D-422B-A930-381361AE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D4934527-1CF1-4A2B-9935-5972F564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F15AA2BC-36E4-44EE-8A2F-0FADACB5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3EFD993E-1298-402F-BA0B-C53EBA34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DC732B5-D365-48D4-8C09-081715F9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5051197-BB16-4B09-8EB8-FEA49039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84785469-312B-4C78-96BD-BA78270E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B4D8CF45-8BC8-4DC9-B488-A04E30E8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8379E6F9-86CC-4C90-9FFE-96DDF3D7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6332776-8456-45BC-98E8-90AA1D68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88C3E00D-4BEC-46CB-AA32-28C6BDB1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4CC586EB-2953-4E9F-A825-44BC47A4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3850641B-D77B-4332-9150-B9BB9433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F61E8C7F-1EB5-4D67-9A72-D668317F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876D1C9F-E0C9-42A4-B3B5-7951F04A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1290B9B6-2268-4F7D-8F23-877FE00F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2ABAF0EF-F4D6-4149-8301-B5883D98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2A823840-0A97-49CB-B79F-0C732D97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1B70D672-8D61-4826-9772-C5B92E60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90FD73FA-2948-4214-86E3-0EAE743F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979D5E8-4544-4040-9A3B-ABD67E21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2CE8DCF5-0757-4506-960C-2719D16B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32254E6B-6F25-48D2-8C04-C40ED725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B15CBC10-A255-44E9-9C19-494AE242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4059D495-456A-44F6-A4C6-C8113F4F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D90E96B-ADAF-4174-BA13-B481E688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48519D12-C35F-447D-AF61-12053227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58DAAE80-BC63-490B-932B-FBC7F333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701AFD14-95F2-4A6B-90D9-2335DA1E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89376B5-3012-4980-AA31-612F150F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553C4DD5-26BE-430F-BA9C-87ABB57D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E0AED53-8FFF-475D-AFA0-CF9374FB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C58A7AE6-B7B6-4748-9345-759DB81A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53D919F3-3612-4991-A811-81102D0B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EBE87BC3-8CB5-4DED-A411-64971282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16F87027-9AA3-46BD-920F-419E1FE8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FEABE7A0-E0C4-4CA3-B359-5807103A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A17417A5-CEAD-4732-B4C2-F15FCC1D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CCD46538-18F2-4FBF-9503-57D3BBF5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153A302E-D433-472A-8291-81222257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5346BBFD-AE14-48D6-ACCE-AAEB47C7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61B5AD65-A8DD-4E06-9E18-387EC11C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1B7257AE-8141-49C6-8552-F06794DC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423278DB-4A76-453E-B8F3-4EE7E2A8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BF304D4C-6254-43FC-ACEE-D38E1863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52CDC8FB-65A5-4D25-8AC7-49E2E61A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D0AAE66D-6641-42BC-840A-6F3EC07D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31694053-9AE9-4EC8-9B0B-236B63FE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01006194-2D60-4DC8-9166-22BE7FA0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AA5414C3-A1EF-4FE0-8287-4F943D5A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6330A9F4-39D5-4B55-995B-D291B444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E4BD26AD-E55B-4B09-B26B-400BACD2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3DE04519-7A6E-4634-B538-53FAC338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B85838FB-409D-4FCE-A1B0-F8A84CE2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9BC2A131-D812-4831-80ED-DE637B48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DDF27E63-04DF-41CB-8E3D-2BEAB9B2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EDC6B207-FC39-4942-A428-F633479A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22756B1-FD36-442A-ADBD-11881618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0C8D963F-0B3F-4903-8C22-E81BDC13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E92FA75D-B1C0-469A-B1AA-AAE75D3E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16CB580D-C13F-4857-AE88-F8A3EC6C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57962C1-ECD8-4131-A262-921F6375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95DC4BAC-B64D-4492-B5AA-F6E85375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D633CE8D-11BC-48B3-A51F-F6FE4245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82B7F0B3-1E91-4CFC-A675-530A1374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0282137D-9DCB-4D49-88DB-606D5347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F94DAFA2-3A1A-4A79-ABA8-CCDC692C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58A7156F-FC73-442D-8FE6-B65D44D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87CA1E06-ACAE-4FF9-B9E8-488E0882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7FA22C98-74BA-448A-BC03-C364BEAB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649BF2F6-ED0F-409F-9BEC-B6F9E6EE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9E09184A-162C-4908-81BE-CCF7E7CF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573E9E1D-B1D4-44BA-8630-DD11F8F8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AA435456-28F4-4941-AD99-5E3ACB75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1BE25A51-D87A-4EA3-8EBB-7EE7C875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DEEF2132-BC65-45A2-806B-A3E9CF9F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5369D478-0DE3-439E-A969-383E183E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D12C15B2-FF2E-4BD4-97AF-48BC3927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9CC49F7F-52AA-472E-82D1-770029D0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B2E259C9-C472-46C3-A157-AE345B0C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B2007B7-ED40-4CAB-95EA-3C8361E2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715EC888-AB3B-4C32-BABB-25C31954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62B25F89-6BB3-48D6-9753-D063884D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B2D4A824-9787-44F8-B5B5-B12B501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DD797320-7D5A-4E45-B292-E9DF1199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6D7DE4B5-74C3-4200-B05F-9D0E2C0C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4D4AD37A-FA04-4382-A038-31CB03EF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16A43CC1-B0F5-4EAF-85F8-5EB275D9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BEA7C0B3-91B4-43CC-9244-1698F682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C5BBC039-7603-4DED-9F46-87ECB5EC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4598EFD9-2A30-42F0-8BAA-2CA94384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E24EFE72-4B04-4699-B3E0-7D29C577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78032CDD-D5ED-4423-8CCA-D6F96096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BA8503ED-B95F-421E-B6B1-4B7F4342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A8018136-24DA-4579-9A1C-DE8965E2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2C51D1D1-30F1-4361-B46E-C33593E6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0A40BCFC-9B02-4AD4-850D-6916463A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B9963F34-409A-4288-9D29-9DECD7D8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4721F306-BC63-46A9-BFF5-901853AB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76D1F72B-14EC-4699-A144-1B5778EB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804DD98D-E7C4-4FC6-94BA-9F3C0EF8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C78E6F5B-0387-4CCA-BA1E-DBE67E3A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24815A34-8BCC-4AFF-A159-9BA2ECC2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1B827232-379B-496E-A269-F43518AA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F7F39AE2-F9CA-4FC3-AD64-32ADE804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2130B09B-400B-4F1E-B057-EAF76C32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B66C2E0E-4A7A-4D41-9C22-99F82824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A573B224-3B22-43EC-AC8E-078F4DD2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66EC8E74-EDE7-4F32-8055-F4168D6D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3485F28D-707C-4020-AAFF-6379B214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171DD78-A501-4289-A1AB-31BDD6C6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0816C215-9EF2-4BCD-95A6-AF54B763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F8451876-051F-4581-BEB1-64949910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05DE47EA-6CF1-4DC3-A2B4-8ACCC920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045C3C82-EDBA-4A2A-859C-A10420ED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6BF2135C-D4A9-4670-B2CA-51366841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6DCCCB24-CDFD-4DB9-88BD-19ACC1B6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E3A8DDC5-507C-4C5B-B076-CCCA0BE9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66AF9DE8-05EE-43B2-9C37-7C46566E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B8A0C75D-67A8-449F-A915-AA0B7DCD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5D9BF391-68FB-4812-AFAB-2E0CD076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0817EF0C-824F-4E5A-8BC6-49F766AB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CC507D37-EA1B-40B4-A0D6-75323474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2AD6AEE5-5710-42B2-8EFB-515DAC3C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F61AD990-AF33-4D97-BFAC-1B6FF20E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515B31B5-DFA3-4989-92A0-33D4EBBA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0A885DA3-6BE1-4782-ABDE-0E6C39B3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DE999FB1-9247-4576-8764-30889042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BF081B1A-16FA-4CA4-A996-F0176E11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CA57E5BC-9BB6-466B-8952-7ADB70B8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9E7B072C-5203-48F8-939A-653C5F94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0CBC7618-07C6-4214-A1F7-B3643637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187C1C69-3494-4524-9537-C83F4884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4CB564A3-7360-4F39-A244-58113ECB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1C0FF099-12B4-44B5-839D-673DFC5A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0C878F3E-7ACD-4006-B00D-79A24D08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4BD3FEF8-F0AB-4D3E-83FC-B00F6944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67896498-8D94-400F-8E00-77405D95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D8EBDAF5-3EE3-46AA-94A2-E3788947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2E996473-8876-4199-AED1-80394CA7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21DDBEFF-FB1E-4F81-AA4F-88B2DE43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198DFABD-E564-4EEF-89B2-035B49F0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E1F0DF37-7EB5-4D12-8BF3-35D3EAEA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8F8B67C0-12B2-4061-B74B-DF453E4A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1065CE70-F4B5-43B2-88D8-DCA31B07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1CC12136-281E-4E5F-BBF2-406B3925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EE3999AC-9EA9-453E-9E7D-4BF67545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1F8146B0-22D6-4B51-A95A-9CD016FE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30894F41-7294-4D2D-80DF-D2787897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1277E04B-28A3-4D8D-940A-6F348211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801D55C8-6602-4983-ADA2-3FD38293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3AC1AD23-AD1E-4BBA-8643-D7509C11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803C4D76-8B5D-4415-9C67-24138873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917E98B1-213F-4BE4-B0D6-63F5C565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E7867564-FE3C-4417-A77E-4D6D4929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AE0F8967-CFE0-47B3-9320-9E26FD06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04C9F2C3-2D0F-4144-8990-4D0E311E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5A626EFE-1938-419A-B6B6-AD452E7B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566D0541-4E1C-49DA-BA5D-44E42099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9F63EB53-D904-4E71-9CF9-A54CFA0C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4CF80F4B-F444-479D-86A4-5B71DA14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33D8A923-635E-478B-B7A2-DDF3D917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2A551B29-A3BE-4F1D-AB16-6D439CCB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649B5E81-44B0-4507-A5E5-20907507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6785CB1-2A0B-4653-B190-19DB49A0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01FC1D93-1F07-4054-A1D6-C6C63DDB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B6F08338-F506-4DF8-88B1-51026FBF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5384093B-516E-4710-8EC9-6A9A7E0B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9B6B9CE1-779D-4559-B47A-5DF63549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FF414866-A5D1-4FA8-A305-5D6EDF59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209470B2-080B-42AF-B174-BD92F28D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FA2B02E5-9CA4-48FE-83EC-550A670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361DD39D-6496-450F-AED9-2C35ECBB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05C2E9BD-CD89-4F0A-8D22-8816DA03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FE8B6C28-9DB8-4354-8564-163D515D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95B5C1FC-6484-429B-B98F-4EE6F88D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3F48DDC4-93FE-45FD-87F1-7BB98A11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AC6D290D-EBB4-4DF9-B324-5C0729BD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DFAEC1FB-92FE-45C9-9A2E-1527360A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082EAF19-F5DF-4D0F-97A2-AAF49EE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61B1F421-755C-4B45-9D08-F38FAE07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2C17508A-A760-45AE-A56B-4737303F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6E7C6C9A-EA55-4C36-94DD-190C89ED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F1224D35-5D41-4F87-998A-3DF7489D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411FFC4D-1BD8-41ED-940D-16AD6074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A058BADA-A7C2-47F1-B038-7ED30643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50358A94-06E8-435F-988A-9A21FF2C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818C033E-98F5-4DBC-A93F-01D2DF92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D57D7E79-DCA7-4BB7-8ED9-F25DBA98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35CF1D7C-529C-4796-BF64-0383A2FC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4B6B13C7-1AC7-4C5A-A76C-AB8508E1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48B53562-5CB3-4A44-A978-AEC25B1A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9F9D87EF-32A8-4C00-B704-C1AF8E06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A5419DE0-628F-466B-8187-56A936A8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36086383-1B53-4D08-8D98-C74E1ABA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4568D4F1-35B4-40EF-A3B5-43AFF696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9EDCDE53-3E28-48CD-9D10-7C7650D8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EA90BF49-6EAE-460D-9B5C-8C95F17F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65B31FD7-FC1F-4EF2-9BBC-B05586B7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167300D4-DB90-4389-A437-82D7CDC6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23FFEF4F-77B5-467D-99D3-DE7A700D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C0032AA3-B186-4F86-883A-AFF2BE16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3754BF53-82F3-48E9-8C6B-24BD978C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5D419EC9-3EBF-4AB0-BA3A-151A7D8F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38667ABC-D4F6-423D-BC0A-536EFC72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0955E848-0C60-4CF6-B940-933612E5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8A964430-D43F-4DCD-9950-E74D3BCC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8F085206-7576-45F5-A46E-2777BEAB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5A1DF159-8470-435D-A782-596E1954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BFFB3F4-EA6D-4E52-96FE-2956C6F4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3124A2F6-5E3D-439A-88D5-1B94FDE4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E2F49740-9D79-4500-9AD4-C2777537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49F6B371-3F02-43B6-B2CA-BDD7F8F0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A8332C6A-12B8-4544-90C0-EE6B174E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DBA811FC-77F6-4BFD-93A8-1A74AB0C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723F0904-98AF-431B-B631-F960FBAF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AD8AE281-0CEA-4F12-ABAA-4E20746D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2D625470-6E68-4486-A5AC-DB88A763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E32A6D16-A481-49D2-AD74-2EE9510A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6E17453F-D1B3-4A74-B95B-1151C00F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0B058CBE-171D-4E58-B9D3-6C78CCA4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025E36B0-5D7D-4316-9387-5AF1B6C9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9F91781D-E1F6-40D0-A7BB-C49C3A22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EE06DD8C-9343-4C8E-BB7F-5CE1E7A3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D43FDD67-2BB4-43D5-930D-3FBE6126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BD99D666-E94C-49F5-BE62-F6B104D4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DA23C325-F1B3-47D1-B2A4-064215FF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92C74820-363E-4728-ADF3-8AA5FDCC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8A052081-0336-446A-BEEB-9EFB1D38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3BCB69AE-2223-42D5-94CB-28F2CDF9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D9889030-4798-420A-9D88-23E35C2C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8F7C168-18C1-42BB-8682-B8AC5CA8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C7758EA-4898-446A-9FEB-ABABA09A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1446F641-5E8A-4CB3-A7BD-84F8E001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E00C432-E151-44B5-8C29-B37CE571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FE01A13-3241-4305-BA5A-2DD183C8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854F327-B603-48D8-A497-B8C0E2C4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761FC51-3B47-4F80-B6A7-E660A577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7B6C2B6-B5CE-48E6-ADB6-85993D1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8820CFA-A930-41D2-90EB-DFBA7B81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1E27A6A-61BD-48B1-B4FD-ECFBC106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2F20F43-54CF-42DE-9FC0-70AD3A23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01AD29E-BE9C-4072-9509-9F7B5B09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584C324-B2B5-4A43-AD6E-AEE412CF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4C92874-0ECE-4F58-9DC6-2B47CBC8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73C659E-CFEF-4FA3-A1F0-5883ABB6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0316D70B-36C5-4060-A3E4-A6DC7E76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9D7EA5B-7730-4D9D-BDA5-F06F78D6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2ED68EE-02C8-41D9-B787-66F2E785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21E4A831-38B1-44E3-A57A-CB5648C6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C0994209-4102-41B6-AACE-EDD00940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56B94797-FAB1-4E5B-9DC1-93EB5BFE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96FAC67C-1606-48AB-91BE-D64D9567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80FB9C77-8A5F-441D-8EF9-08ED0AA3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55E0644B-C964-4334-A940-0A9D0955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D1754B78-FE50-43E8-B719-A77E8E1F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7D4C53A1-CBBB-47C0-9CA9-51FE42BC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C62933D5-27EF-4E0A-846C-FFF83067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25FBC86B-3940-4A4C-B38E-1267FE38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095F789-6C4F-499B-B44F-6FBC48B7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ED6ACE82-6570-4251-978D-BB64E0F6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FBE5B6A2-8870-473D-A9BD-76325B20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BFEA69ED-41A8-4912-86C4-348A4AB1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C71C564C-0CC8-437E-BF77-87DECF39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E7E44FC9-9E52-4089-B0BB-28679A8E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02098A0A-FFB3-4BE7-B137-AABE9968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7313DEF2-10B1-4901-A7CA-A122C198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6800449-AC28-4602-9267-7E1BC78A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A159FB6-E8A2-4309-87FF-BEBF9B56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5B49CF36-AE87-4E7E-8E4F-198A4AA6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6DF9023C-B89D-4376-86E6-46E35924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C384708-84C1-4261-B14C-4A545519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0DC971D4-4B97-4B08-97F1-52CED741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106ABCFC-722A-4676-B933-E64AEF23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7D3EA4A-2185-413B-BEF4-738E7229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4203E964-70FA-4A3D-98B5-7BCF519C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44CD3928-C032-4C2F-8DC8-E9E01E17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56EC86FF-716B-4A66-804C-DEE837FA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823CFDAE-1577-4EF1-B47A-4ECBCBA6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3116A01B-AE0A-4D8F-BE71-F8026492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B6A50D9A-DAEB-45D6-9616-DACCC79C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A057C95A-5469-487D-B53C-E4A4B006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52EC44A4-F10C-40EF-8594-98478DCE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5DB03135-77CB-4A88-A40C-CE143014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554E5ADA-2264-4BCC-A7EB-C7045643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0ADEB504-E3D1-4070-AA28-3A42BEE4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1BDE6691-2B9F-48FB-A7E7-0FB3C30D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52EF3CC4-B180-4C24-B099-4F96A3C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E2CD0F8C-1AFF-4F1D-8259-FB387B4A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AC4E8AA2-6909-4C91-A5A1-54079C0F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42111455-AD16-4056-B9CA-0D29140D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C114DC91-2BD2-4356-8BF2-100D8F6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8C8A7073-6AF0-4D2A-824E-8D12F248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D9F6177B-1719-448F-B10E-7F27A2C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23FECACF-1095-4ED9-81B4-A2A27460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83B0542F-C390-495A-A6E7-638C55AD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3EC6D095-8BA0-4EB6-8E8E-21669693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EFCF0E6C-19D1-45DA-B66F-0C583E50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D31299BC-3FB3-4A43-B351-10726BA9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FE3DCDDC-BA02-42CD-A059-65EBF220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7A85930C-6F5E-4B18-976E-FE83EBD2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C45495E4-5D44-42DC-A4E8-38EDCA7A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281B7C80-C55D-464D-8DEE-D9EAAFC1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21410A13-BCA2-4B2D-8E6D-12CEF0F6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883DD660-C518-4A37-B017-ADC0653B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2DD8EC6A-B5C3-4A33-B181-CF915EEF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3BDB4122-BE62-4481-97C8-34C219F7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74439A32-9D93-4A39-8EB8-ED6EF6AD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0641738E-F896-48B3-83C4-FFECB775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8477DB74-B98C-4907-B020-527BFA84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EBEF0C40-ADF6-4CBB-8FB2-73F70847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D4AAE207-8F2B-4209-95D0-36A1EFE4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E07F2E1B-C18E-4419-81B5-B6F9CCCC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94DFA357-91CF-4447-A553-5664492B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84B83A05-174A-4DAE-80B5-1780279D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614347D8-CDC9-4F5C-AA54-8F32C753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22B65210-A3C9-4EAD-983E-9171B1B3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DEE14C04-DD6D-4D62-ABD5-F7ECA492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875D2D30-127E-446A-88C2-7B62CF8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21717B1D-91CE-44D7-A712-2C9E40C7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629EEB3D-B65B-42CC-BE50-5877B975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D07D9393-F2CD-4B57-A212-34324E2B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98E2D5D3-D7B5-4ACC-B32F-5051996D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E54485CA-529D-442E-8D7D-1D8C60C9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8A631243-1116-4AB3-A2F4-A18481A2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9F114676-B22F-438A-9F7D-398666C9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3B2705BC-B3B9-408C-8F39-7485924D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3144D680-92C2-45CF-92E2-7284CC33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FED0565C-19CF-4ED0-99CF-3511E5C9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61E71849-F148-4476-ADBF-BDA7E0F8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29A47BD7-81B4-4E2A-AC09-408A0B5B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F6DD90E6-E4D4-4348-BA5B-5743AB29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9A21E17D-7458-4977-8E76-6DE7CE50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91F719C3-CEBC-46D5-95D1-57BFE69A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9AEE1C57-A29A-4E2D-93BB-A15362B4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15358B43-F998-4AC6-B860-D7B4EC9B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5148C74E-C026-4CA7-A400-C1037769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EE3F8F86-05FB-4CC4-871C-2ED9558D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FCCC36BF-0BF8-432A-B8CC-082166DD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9C3122F9-B742-4EDF-B190-F56DF2C8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E6415E71-52F3-4EAE-A8EF-8E42AC8B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97C5A5E2-071E-43AD-894A-0AFAE376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9EF6F6E0-2239-4742-B49D-06AA8783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74081524-B0C0-4B9D-A080-DFA0F83F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F135AB7A-0F30-40AE-9C35-EFBAD66B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FC7F5223-FC7F-4963-96FD-7A4DD019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34CABAA9-8DC3-4A53-A9A5-2ECC43FA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E4B024D2-5C39-4995-89C5-01AAA030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565FD55F-3318-4043-9B4F-C116489E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840260CA-C7A6-4644-9374-28011FE3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C72D6739-E02F-4398-BC9F-81252D7D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CB2CC0C2-4F4A-43E1-876D-5E8CCCE4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C8A12108-25E0-4788-8960-B36D064D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A88FECE9-77F5-4821-83D0-EE45A12C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25BABF79-51FB-4EBF-BF5F-F8A6875F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4E0E0A2E-8215-458F-A0BD-985A36A2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193A3536-3599-450C-8943-1F91A493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39AACA61-D910-4245-8E1D-9F12E91E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8B1EF770-098F-4074-8248-AA156686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0EFCFB4A-FDCD-4500-8247-9F80895E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53E97FE9-F88A-4BE1-AC09-DA801F79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65D12282-52D9-476A-A30F-BF4FFFC8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042627EE-8060-436E-BEF6-E6941848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B52991A4-A1D7-4AC6-8DF8-F63BD102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8673F03E-82D2-4AF3-AC59-D1586EF4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A10C8811-D534-4A2B-B32B-C2605347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4E262856-3D08-497F-B98A-59427320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D1C7D701-26C5-4FD9-B184-2BDAD304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9FCB04BB-D240-4AFB-B0AC-0B3C5B81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573C4A98-E8AD-40F7-BC72-FB2136E0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56B05C29-19EB-43E4-8927-DBBC1BC8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5423725E-2DCC-41FF-85AC-B218997A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D291E3D8-75DB-49EE-BDDC-0F0427D8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5CD66DDF-2236-4EBA-B324-EE34B3CF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EBF0EA2E-7A3F-44FA-A059-63D31034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6C8BD991-C794-446E-A411-BC14B7EA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53CCBDE0-C8D1-4351-AC7C-1988BB18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655C082B-7508-4D02-BCF6-3E072F1A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A274E949-BEBD-4180-9E68-28BED7A7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606E4A68-E100-481B-90EA-D131EEE2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F5B1A7C4-3875-4614-90D6-DD50A54B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843101B5-7C95-4E3E-AFAE-AAEA97CB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D4EF4BF5-A246-4332-81AC-28426088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6C654443-DF01-4A7F-888A-1E92B778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F3B6FDFE-B038-49D8-A2E3-B7FBA807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6E19AAED-0A86-47A2-A647-D200DADF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B1216038-3CFB-428F-AD8C-7A22F1A7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252394E8-E994-452B-B896-1C831E5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4E27AF4A-C262-4579-8FA8-1F5083F9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8AFB50F8-27EC-4BC9-8FD5-8E8FA1D4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4D47F1BD-F7B4-4368-B8B4-6D389DA2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D6D4A531-3067-43EA-894F-F0F7FBC8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ACF51AB0-64FF-4863-92F2-C0A8BF36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9D2F0E67-0645-4421-849D-32986E42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CCADECA9-D44D-4444-9129-212E8623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36F81CCC-3633-4C30-8C85-A8BBAB19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428FDA65-2A3E-40BC-BCC9-32FFB1FB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8E395EEA-3ACD-4D0E-B0AB-4895F75C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4B9E90F2-A7B6-49A0-B5B6-82D0F84B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1DDB0D77-E036-4FE5-862E-A7F8361D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F186F633-1AA3-49BA-84D7-B990261A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5C95A725-7AD0-4E50-AC4F-DE483C63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7B53EAEB-9309-4187-BC1D-7911A6D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92A3CFC3-EC3E-4F16-B0A3-13448870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0DF444D4-2A0A-4BCB-819A-1FEE1817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604ADDA2-49A3-411E-A719-127A4440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E8D5C210-7C0E-4336-A336-C5E92D5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B77B4FE4-036B-4EAD-9FFA-17EBC8BE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585468DA-BA9A-42F8-8AE2-034EBC46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A7AA2B4F-AC3C-4CFF-81F0-8FE308F4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A4493C02-85B0-43E5-AA2A-85E7D5D9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0838D16A-C966-49D8-BAE1-0CCE0065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EF0CB300-579D-45D2-B8A3-10858AD4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9906AEAF-5A0A-487D-B901-EE809CA3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BF0A2859-A38A-4279-8264-E3142474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D21DF773-BF8E-4072-BBB1-B7509D8E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47DE0554-832C-41C6-A335-52A4BA1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86E96150-EFFC-458E-A32E-599B446D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1A7902AA-C1B8-4CBF-A191-938C6266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7937E6D8-F753-4848-99C2-8CB54573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3CAC5C49-524C-4670-8F66-AE8C1A53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0CD41B13-3D37-48C4-9A12-48102877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83FD925D-852F-4596-8D5B-6857B5B3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18A08547-5928-490E-A1B3-DC8A857E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55BE9906-841A-4D20-9E65-B23F2D4B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8B11E7C3-EE34-4009-99D4-D5898E0D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520C9FF0-434C-4AF8-85E2-A361040C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9FE06E9F-E09C-4B6C-8ABF-C5ADA7D7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C89F9EF1-C046-4E52-B519-0798D591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E5E34309-013C-48EE-8E8E-FEA818A4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EE52CFE8-EA51-40B0-9609-817FFBCD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81219915-7402-4008-8AFD-DE3C42AC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5E959CF7-FF35-4D2A-9D29-43455096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DC469B71-49D5-4966-AEC7-11CB9325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C4F6AC60-F3AD-4DE8-A86D-FB366D9A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6F9383AC-6410-4D00-AD6E-411D20F7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0BBC6E36-C91C-43D3-8DB8-B8AF50B3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311BB596-5565-4434-BF66-5710FB53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9653ECEB-FEE5-4145-8CCF-C9BD2BBB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EBCD8221-D412-409B-A618-116A1DB7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4E7F5D0F-A5E0-4CAE-88B5-4EAB4804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A085927D-ED52-441D-B528-358ED2B5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B6A2E709-0A32-4857-81C4-461730E0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594C0B94-E7B3-451B-AB86-31B3A9D1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B80941A9-4FE2-43B2-A568-043A9F86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37D90052-5410-46F8-B016-8C1FADD4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26047FCC-3FDB-4F05-A81F-D25FB0C3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26D56DE5-E219-47E7-9328-28ADC40D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51E23EE0-A831-4D15-9680-49CCFB6D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7C352CC5-2540-466B-A935-6EA5483C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7788B909-6EBB-4558-B858-A70BC722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63F0A330-E3EF-49CB-B541-34F35AF0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2B52FAF1-2208-4308-8FB5-91749FA1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97678B80-B7D3-42F8-8607-F845DD2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67F6637D-0773-4B78-BB21-BAD0B671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D80C2CB3-A52A-4BBD-B907-3598CB16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9504D6C9-5320-411D-8257-564683F7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6083D3B0-029C-4001-916A-6C174C10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052B656A-6C24-4562-95B8-C747951E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37FD46BB-FCBF-4431-BB26-F9043B18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2A81CD68-6862-42FA-AEC8-3576444E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4516D6F2-D244-4D19-9169-7AAA758E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A4C66B27-2E17-4461-8E88-D5B6BDB6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A52182F7-83D2-4810-90B1-54535C9D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F89BC4E5-C1C7-42A0-BAF8-FF4D4750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7B062630-01FE-46D7-AF5C-50E6C3AF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47D6B766-D8C6-42F8-8ECC-EE99A52F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DAB9719D-F8D2-451D-A250-90D5F183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44946961-EA63-4AB8-A4D7-CF95B988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086612C3-E056-4161-8D47-422D37E2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1C9BB271-5FB0-4660-8186-95717301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E610451F-BEA1-46B9-AF88-4C7F73BE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9AC21810-271B-4158-BB7E-B05B5541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F64C08A5-A8C0-473E-B57E-943C9291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94BDB69D-AC15-4E98-8000-DD09B108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6BBCA025-84FA-47DC-BDA6-B6E76EC5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1628C42E-9552-42C8-9C6B-8BB37328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033D48B0-6D60-48B9-8EC8-B8916271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6CD6452E-1713-464D-94EF-CBEAEEE9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95E3C4BF-A5BA-4943-B44E-0C5B6667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BA221AE3-0D07-4EEF-98F1-1BA85E29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693109D1-AD9A-4C44-9457-ADB0E5C5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2FC88AF8-8555-4C7C-9532-9C7459D1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30F50C87-ED72-4738-9012-16B21C17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242EB9B6-40C1-4857-A290-EE0F801F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B0FA273D-6CDC-4984-8873-61D897FF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4C6A4A0A-8064-425F-B495-FC5B1828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BD4B894D-E31D-4AFD-9E7A-FAE6AA6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7463B0E8-E11C-4776-9AB7-0168F9AA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ABF61E15-4B47-4F46-A9F3-94126612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BCD33F94-2ADA-4146-B1AC-0BEA9B95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5B7C0C67-B5CA-483B-9D89-19D4519D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91741FAA-C10C-47B5-A240-7095E233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9F2ECBC2-EF43-486D-A2F4-3519576B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E8E10796-8385-4D1B-80B4-0DDF990A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12543B3F-123A-439B-9147-FC8AC98A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FC40F022-EB7A-4BA3-8303-3CBD5D7C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BBE9565D-07F2-40E9-8A12-4CED510E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850CD699-09B5-411B-A40E-29BA320A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17A291B0-7238-49A3-9F0B-6D693C90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C1539549-B239-4F1B-BE5C-CD541831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09293219-C71A-4E18-9CA1-C8108223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FD7A98AE-968D-4731-97AF-54E42D6C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06DA31D0-E501-4352-901F-067CA3FB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20AC22F0-ABAD-4AD6-98B9-28CDC5CD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C069140E-A649-49D8-B1EC-08F2C2A6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220D5D25-F9BD-492B-A99F-2B3F7F7C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3D10E762-0BA9-4382-B937-388BC7F1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891FFD18-91B1-4DF4-A17D-E76A468E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26FD247C-49A1-4BA1-B76A-2E4398E7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BFF7D0E7-F4F3-4A7E-91C2-13F38C6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20E7E009-4DA9-437A-8B28-13426F26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B49BE1C4-0E46-4A18-9BC3-0EAF74F9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7F1EE299-E6A1-4864-8B2B-FD8AB5F7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79CE5D0C-BD65-4FEC-8EF2-2F684D6C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B163CE98-4F2C-4EF9-86DB-58E72F56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C416183E-7FC1-4FAF-A005-80E96FA4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ED1E7E31-A242-4531-AC99-1D57CEF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3DDC8303-790A-4F0D-AC0C-811C4842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5C4081C5-7AC8-4B6A-8141-4A35A352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29659C0A-CB13-48C0-98EC-9E23AA0D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DEDEBB93-DDEB-42CD-B511-01FD8A6F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682A5E51-1645-48A0-87EF-24AF810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F2481886-AC48-45B3-9F0E-4B38D514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F35EB65C-63A9-4B15-99A6-7CE0FB35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630D6172-B7F7-462D-BFF3-6B939EC3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3FD3351C-C8DD-40E9-8C64-8EB3DC7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3E73A323-76F4-4034-9F25-CB05B0D9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464E8EF3-CC19-46FE-AE33-ED713C09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46E2B8E0-6CEC-4288-B3DA-D36B1165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1B97E152-4A7B-4878-891C-11B9E5B9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91B53E33-D81F-4CE9-BFAA-3A3BE300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7FB379BF-E70E-48FC-8734-E3CBB63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3442C3FA-7A6B-4228-A767-646BC1AC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BADCDEB1-F2E7-4BE9-ADF0-1C0A73B8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A83B30F1-DAAC-453D-AE8C-F8A05F2A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43B7CB90-EB52-4B76-9489-BA4FEFDC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A404CB9F-06D1-4890-8471-1C8E1B5B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5B7415E7-D8AC-4D4F-881D-2095BB9C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30238E66-F387-48EA-BA1B-22857593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7300A061-CF5A-49DD-B62E-7335C2CC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3F707B8C-7A86-4797-9ADD-36E79361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EECEDCCD-5B03-45A4-B652-EAC05F48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B19A7CEA-8BC3-48DE-93BA-C7BDDE8D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3DB7906C-D567-45A2-ADC8-502BADB8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ECFA7FDC-E766-4A73-AD81-98F2AF2C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E4CA4B32-81BC-46DA-B848-2DB294BF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56C75052-6AD5-482B-B9BE-9AFEE19C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EAD66DC2-3857-4479-9D45-81C990A6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B5488579-C193-4526-B095-DCD298A7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0DAB7237-16CB-4699-9A51-B7D78C7E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2C3CB262-FF23-468C-9763-9EBAEA02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8C7B8B41-7C0B-47AA-837A-F2270BAA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575D6734-1AF7-43AF-826A-1505F758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7A78D66C-1510-42F1-A483-5A3EDAC4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B6ABEA36-10D2-426B-A553-21CD8C14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74C1B8C0-8FD2-4269-AAFF-C51C8363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6337E6DA-1483-447C-9BCA-FC3FE9F3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1468BEDB-0EE0-4C84-A908-88C8F276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19A1DF9F-16CE-4CEF-86C9-19D94710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B80A3049-840B-4FF2-ADC2-304E45D1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9EA4198C-BFAF-4583-BA55-F3740F03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C44981C5-88B2-48A9-85E0-607F6851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0F9A60E9-2E50-4AC1-8B31-B0E9621A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891952BD-7545-4A83-9567-EB3A9E8E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AB4675DA-9F65-4A73-892E-6E0761E0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196570ED-AE58-4D8A-A599-EC81284A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99350C40-EAA0-4EB9-8718-D5D3EA95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D745DB74-70D9-4A51-A327-47BA2E2D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C29CBBCC-F325-4308-9DA5-F2A67A5F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094246AF-8E70-4CE5-80F0-BD7EC09D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33A6A31E-3FC2-421D-A02C-5735AC24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F5E62881-C695-4928-BB03-54EC0FE7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59BB0D30-7606-4079-951E-E58066C7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4AD443EB-0ED5-4889-98BB-22C63887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D6DE789E-AF07-4C35-AE46-CECF87B5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BD9C4BBB-499E-4E9E-87E4-74713C68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1C3DD5B5-CBA8-4BE7-B9EB-4E6AF379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0330D554-845C-4240-B44E-2E2CD149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9F430B37-4168-4A74-B605-97C5CB25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9824D111-4215-43DE-8BCD-CB5B1923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D0657203-041A-4866-BA56-C795BA67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347D4631-E9FA-4132-8216-50651188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7DA39B58-4E23-4AC2-B5BC-37B25327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23A749F3-B322-4FFC-A9A5-D8E04CAC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F9649398-3692-4538-9CA1-534AC61D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7EE30FEF-D9C4-4AB6-95B0-FDC24E9F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59A21D5F-D9E4-41FA-B3CC-B5A6EDFA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899FEC19-ABC9-49C3-847A-BD76CC72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64BAC41C-38B1-448B-8C6B-157BD056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9D194A7F-EF40-46D9-B879-BEF8C5C9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9EF32E99-F17C-4231-98AF-93A36124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D4C8E85D-64E7-406F-8C54-E182955C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96B7007D-C745-420B-A887-AA04851A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77AD273F-D929-444F-B6BC-EDF3F4F0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8F2B75CD-95AB-4471-A9FB-68753B69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618CDDF2-D57D-4DB1-AC8E-48720A49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50B61722-21BD-432C-9117-2B5579C2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73EF548F-EE51-4EBA-8A4C-20154BCD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25724967-AC9F-4732-AD6D-CC4C14EA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69A8275A-3767-40B9-BEBE-535BB0B0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7A59FAE3-CAD3-46DD-B416-62013E42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7E0396D8-C0BE-41E9-8610-606E86B3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16BA0DF9-E5B4-43FA-97CC-A9DE4A68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455284DD-EF84-46FF-BD87-0E06BE75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A64F5061-006D-47D1-B042-EA5DDD8D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99D81F83-5E7F-4207-BA39-2EECEF04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24BCB71E-1DC3-4CB0-BBB1-9308C42C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7B2994A9-CAAA-4345-B815-3B577344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4DEE1999-851D-46FE-9B4E-443599E3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9B1124FD-D1D1-4F19-B109-76581B09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EEF16385-3DAD-4E0E-B17E-4FBDE37A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53EE0013-DAB6-4410-B6EF-2DD8B8A3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EE177FAF-2F18-4D09-89B1-18E84A0E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9C6A9377-4119-4025-AA52-6F209422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2E19722E-D217-4F8F-9EFC-304BCE55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9D25913F-180A-4E10-8510-F64D84D2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ADC80952-D255-432F-8856-B7256F60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83F968C9-0483-4ACE-9953-69DE4227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566E454B-10B8-4378-BD72-A4489510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61567C9A-D1E3-49B2-B640-0D3B1C44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84AA318A-F176-4017-A641-CBE09FD4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0A7B437C-ADDE-49BA-A709-0F361EA5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088121CC-5031-419D-BA12-41C9E7ED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E0BE3E53-340D-44E9-A36C-32E59AC3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531A0099-D8C9-4E51-9E35-EC3031B7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86BAC4EE-16CA-4612-B8FD-7943D833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7D53E831-0C4B-4D6A-9CBE-4347664C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D9631BFE-C176-4162-8C9F-BFC627B0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3C6349A1-29A7-415A-B654-C3505C7E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F36CC7AE-B085-460E-A607-D8FC7EE6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0ADFF39A-E7F9-4B1C-99D1-9B7453EC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534DF8EF-8DBF-4FEF-849A-3883F8CF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1B06EB90-21FE-4FFC-A342-17FE9F80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887DF931-7EDD-4531-94BF-F4697482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D3F19511-EF3E-4EC7-9EB8-3C285B74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A5307015-C846-442B-8B49-52D2B84F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45B420EB-A6BD-44E2-8D14-CA3EBAC8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1AD34C61-78B3-4A05-8B80-05E88628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20C6228D-DBB7-4531-B8F6-0A28F6CE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CAB181FD-44E4-46A4-832E-CA225BE3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EA0EAB71-E5ED-4638-A967-05365872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93399FD8-A985-479A-8B7F-5202E08D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1B2A68CD-468F-43B0-AD9F-18AD2027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189107C9-E8F7-4DCE-B265-DBEFC471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A7D0A162-FDD4-4BD1-8ACE-CCA53147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05159466-5D8E-408C-90DA-1C6892D8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06DE64A4-2116-447E-8759-940CA4D1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F4B44561-EF4F-4CA5-A2D3-18152D23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D961E7BA-1CDF-4C1C-98D8-D70ADFE7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1EE25557-59CE-4081-9573-5B784018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5A4B7671-BC79-485E-ACD2-75D1EFDB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7C1E01CB-3F66-45AF-84F3-CF7D4658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3F8F82EA-A195-48EA-80E3-BFB28B00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DA7E4F3B-7BF2-4BB0-8CA1-F708C77A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54BB3583-3297-431B-B2EF-67EC1226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F121CF03-9AF0-44A0-968E-A36D7C7C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79801372-A245-4362-B2E8-2D2BEC7E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5FD0CA76-EE80-4B87-935A-BFABA58D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F7A96945-57E5-43F4-9D27-9D188A0F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531E6CA3-3D04-4549-89CE-3E76DAD4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22C98D4C-DE5D-432C-B593-1EECC31D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94E35D2F-27B4-49D9-BF89-83BB6B35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542619C4-535C-424F-9816-80CB8298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52BA8BF3-4941-4B2D-8CDA-3C59C35F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C4B11D34-4F24-4151-9A9A-D9856E66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37FACE85-4816-44DA-9DBB-000BC9AC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E85E08F0-3055-460B-851C-A8CA1C8C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2CEAABB5-4249-490A-8840-425687B1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3D8706E5-3025-4F14-B8B1-23E4AB0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19BDB2E6-31D7-4EA9-AE26-BC384D05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296CF0A4-14F4-4001-B894-FC06F44F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272FAD21-8565-4545-AB77-87C84938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8E06B780-0C07-4938-B9E1-85A31220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0090E0EA-DEC1-4E81-9ADF-987B2CA4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C2700A50-C44C-4572-A1DA-B328105E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1FD2379F-6C97-44C8-AEA0-9FC1A85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B0B8CC49-B9F8-42E9-A08C-3BB3FA6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A83731BD-1E53-463A-9EC5-E1547AE2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3B7ECF9B-97CF-4179-ACEC-C4E5FBA3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47B940B2-10EE-4BEE-8313-EAB59127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044F6558-1D89-4B5D-AC82-B9CA5893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F559B50D-3839-47D1-A725-87379CC3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B48D2DD5-8684-4FE2-A420-6D857C62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EF36470E-98C8-48C2-8F0F-8D397772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B7EDE34D-551A-460B-89C1-54C4F56F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64FE2549-7431-46E4-975E-A2AA936D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90E08259-D4C1-46B9-ADD9-575FA899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1CAEEBB2-DC45-4D4E-A84A-F8B9F870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BCCA9026-979E-4046-83A6-1846D8BD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2D46E9DA-4997-4900-8129-2BA9ED8F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D920F911-6081-40BC-93CB-1209C60B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100BB334-E642-4475-A730-34FF19FF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6AABFF1B-6F1D-48F8-A084-3B94ECF9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2040D92C-33FC-4943-961D-0AD75702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509FEEEE-1AE1-45F8-B6B2-A29B7DAA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4A087492-BC1C-4FFD-88A0-62666CC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93F4C459-C2F8-4D2E-85F8-FD0B1ED0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A1565FA3-DA99-40EA-8DFA-AFFC5CCF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76490204-E176-4CC6-97B2-3CDBD556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BA1710C2-A02F-4138-AA9F-14D0580F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A37D3195-2EE8-4D34-9E46-5B8E96E0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7F74726A-2D74-4CD4-9888-D8A2BC3B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E7FFC26A-90A7-4F61-A843-5AB66CC9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0284C839-8F14-461E-8BBD-183F20A7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B5643E18-6ECD-4D9B-9D5C-F3EB7E33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B4DD5F78-AD6D-4F0A-9869-9283F230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4CD7213C-B092-4EA7-843D-AE9113F9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6A858B72-97F3-4B87-8F9A-F2FCDB57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EAF02D45-CBC6-4C6A-B934-C1ACD6F0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197C4430-A1F1-45A0-8BEF-4669E15B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2311879C-B5C6-45CD-9A44-82A30DDD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AE6D061E-55E2-4DCE-9C3B-3CAA722B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6088ED1E-D932-4E67-ABB1-D104672D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8F520A49-A3A0-4FE7-9BF1-8047F3B0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F249AE06-9B5E-438B-A408-80926DC0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3E488E9C-4387-403C-9D11-0D55A7EF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15D50B01-FE7D-4880-A351-AAD47549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A3883590-F2CD-49B9-B0FA-A85F6C81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47680704-041E-463E-A0B7-E1955606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B8DC70C8-21D4-4162-90AF-62FB2D22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5877C310-B5FE-46B7-9BAA-37B9EF71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178B47F7-2057-4EE8-9F34-1D20DF19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FAB87FC1-F598-4FA4-9FFE-924EFDE0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56DCFAF4-660E-4244-A572-AE456995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0003D9E5-2258-4771-9074-86A8C38D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61ECB8AA-0824-4E5C-9231-3CB14EB1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40CA9DDE-BB36-4B3E-9933-2950C7F3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F8CC555C-8600-420B-AEA2-E6A7917F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E736B4E7-223E-4AFF-B2EC-AD80E761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F4A0958B-1F3D-4948-B3DF-FFBA82BE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5760EFAC-5D66-46CC-8CA8-30F05781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D8DA0454-7A6D-49FB-9314-F5727252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6E6E1232-13B7-47F4-81D8-6045D92D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PUBLISH WORKFLOW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47AB1ABE-9E5E-497C-9878-608E00D1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發布不是按鈕，而是一個可恢復的資料流程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E171A0DF-417C-4331-A6B0-2A8B851B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索引重建失敗時保留上一版；服務重啟後接續未完成工作。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3087C9CC-B3F3-4DDE-8BBE-CA37B3A4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764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1B429617-5E3A-4416-A81C-D0398D1E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D4DECFBF-92E1-444A-A35A-26004015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ADMIN</a:t>
            </a:r>
          </a:p>
        </p:txBody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6A0A37D1-3F99-4347-A807-D759E573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00300"/>
            <a:ext cx="916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6EDD9794-B04F-4FFD-89E1-18DD4A8F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908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4E4D0413-6C82-4D84-9E90-2B70D445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117B27CD-25C5-4F0C-97B1-425A06C8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API + DB</a:t>
            </a:r>
          </a:p>
        </p:txBody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B3449898-5ED8-4F59-A6D9-CD62550A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14700"/>
            <a:ext cx="916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81B7F7BB-3B45-4DED-A14C-55A1F3D6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052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ADAD5B2A-6D3A-4D0A-B4E7-5C4E830B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9FF3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564EACC0-1867-42D0-97DB-D3A5A899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INDEX WORKER</a:t>
            </a:r>
          </a:p>
        </p:txBody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E1257EF3-6760-4537-B90D-AC5EB0C6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29100"/>
            <a:ext cx="916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1449567E-5A03-4203-8DBD-23E7A756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196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C6AF8F7B-292E-43C3-A6D1-727438CC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9CFA7757-A050-4D96-81DA-2096FB9F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3872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RAG RUNTIME</a:t>
            </a:r>
          </a:p>
        </p:txBody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ED3AB8C9-4086-42BA-8CDE-12DC1FDB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43500"/>
            <a:ext cx="916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120A7899-C0E7-4EBD-A344-796E88D9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8600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BC8BB1F7-D680-4AD8-B753-03252B58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4790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7DEC474B-F422-4799-96E0-1718D410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71725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上傳草稿</a:t>
            </a:r>
          </a:p>
        </p:txBody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38D67174-3521-4631-A2F2-E314B0E0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A4EC8B9C-0BC6-4CEC-8C21-0D1082AF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6230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C4EA9CED-DB56-466C-B23C-53D08A51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交易發布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建立 job</a:t>
            </a:r>
          </a:p>
        </p:txBody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21351B18-B067-4A06-BA2A-B87D98A2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BA8B46EF-08CD-41DC-8CBF-B72B768E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9FF3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F1350A61-0A5E-4D64-B040-9CD5A424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00525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下載啟用 PDF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建立新 Chroma</a:t>
            </a:r>
          </a:p>
        </p:txBody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5F7BFD03-10C3-4F76-A538-65B95A40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1480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A49A2D99-2F4F-4942-9076-718FE2BC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7670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E10E3D0D-4D30-4AA8-8417-BAE4D7B9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00525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原子切換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寫 generation</a:t>
            </a:r>
          </a:p>
        </p:txBody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43B36AF2-F816-455E-8DE4-B8EE974D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2920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1D3DB634-66EC-44A9-8B2C-0C84D6C1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9110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8DE5E3ED-CF10-403A-A1A3-8EEBAF03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14925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新版本可檢索</a:t>
            </a:r>
          </a:p>
        </p:txBody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778F7724-8C51-4722-9F0C-D4DF2F9A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3365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E4C6192F-2C61-4AF8-BCB8-ACC8EB24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4805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8658EACA-D921-40DF-83B5-E5B419D0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11BC0049-86AB-4FF2-B668-D1BD89CF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720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074" name="">
            <a:extLst xmlns:a="http://schemas.openxmlformats.org/drawingml/2006/main">
              <a:ext uri="{FF2B5EF4-FFF2-40B4-BE49-F238E27FC236}">
                <a16:creationId xmlns:a16="http://schemas.microsoft.com/office/drawing/2014/main" id="{0FE3F2B8-8A1C-481B-9855-8F77D9A4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57800"/>
            <a:ext cx="6191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5" name="">
            <a:extLst xmlns:a="http://schemas.openxmlformats.org/drawingml/2006/main">
              <a:ext uri="{FF2B5EF4-FFF2-40B4-BE49-F238E27FC236}">
                <a16:creationId xmlns:a16="http://schemas.microsoft.com/office/drawing/2014/main" id="{A26FA407-92A8-4148-A66F-1CF40F06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6191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76" name="">
            <a:extLst xmlns:a="http://schemas.openxmlformats.org/drawingml/2006/main">
              <a:ext uri="{FF2B5EF4-FFF2-40B4-BE49-F238E27FC236}">
                <a16:creationId xmlns:a16="http://schemas.microsoft.com/office/drawing/2014/main" id="{B0D61B2E-5E87-4370-BB00-88823CD2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62575"/>
            <a:ext cx="582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失敗處理：標記 failed + 保留舊 managed files / Chroma + 可建立 retry job</a:t>
            </a:r>
          </a:p>
        </p:txBody>
      </p:sp>
      <p:sp>
        <p:nvSpPr>
          <p:cNvPr id="1077" name="">
            <a:extLst xmlns:a="http://schemas.openxmlformats.org/drawingml/2006/main">
              <a:ext uri="{FF2B5EF4-FFF2-40B4-BE49-F238E27FC236}">
                <a16:creationId xmlns:a16="http://schemas.microsoft.com/office/drawing/2014/main" id="{F810FDCE-57FE-4DDF-BECF-5F5025F9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8" name="">
            <a:extLst xmlns:a="http://schemas.openxmlformats.org/drawingml/2006/main">
              <a:ext uri="{FF2B5EF4-FFF2-40B4-BE49-F238E27FC236}">
                <a16:creationId xmlns:a16="http://schemas.microsoft.com/office/drawing/2014/main" id="{62910D21-F762-42F6-B1EB-012278DE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A"/>
                </a:solidFill>
                <a:latin typeface="Aptos"/>
                <a:ea typeface="Aptos"/>
                <a:cs typeface="Aptos"/>
              </a:rPr>
              <a:t>SCU LAW RAG · 非官方學生開源專案</a:t>
            </a:r>
          </a:p>
        </p:txBody>
      </p:sp>
      <p:sp>
        <p:nvSpPr>
          <p:cNvPr id="1079" name="">
            <a:extLst xmlns:a="http://schemas.openxmlformats.org/drawingml/2006/main">
              <a:ext uri="{FF2B5EF4-FFF2-40B4-BE49-F238E27FC236}">
                <a16:creationId xmlns:a16="http://schemas.microsoft.com/office/drawing/2014/main" id="{BA090AF5-F120-4222-969D-E41F991D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7770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8ABCFF-2A9A-4168-98C3-0655188B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88264-DEE2-4635-AC04-96507D11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9105E-5F26-4588-B1DC-8B5AD6D8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1592E-E212-43AD-9B72-177C8854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8B1B9-B1A3-49AB-B9CE-23008891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7306C-808C-4212-9F4B-0C63C104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4C960-B170-45B7-857C-0C73F6AF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CBC73-30D3-40C3-BC30-A5736010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7CF4A-97B3-4B8D-8697-18BF0BA6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0E3CE-CB2F-4D1E-8A7B-90E59949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D5BA8-3024-4608-BAF1-ED889C0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481F5-1E2D-43DE-B1D5-017B237B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0A222-85CC-44AA-BE4C-ACEBC059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1DD65-7603-4F17-9426-4A9572F2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EC046-6CA8-4360-8690-9042E7E6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BB430-2B83-4F2E-AD29-994B6906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0B215-4DDE-4E57-A6BC-7D02AD2F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030FF-7723-4CB9-A34E-BCCD0568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A7087-0954-4918-93DE-F3860016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C0A0B-D743-45CD-8A34-8CE2E03D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10DBA-ADD6-473A-AB4E-88441B48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6B5C1-675B-4CA5-B361-D21FD69E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9AF47-90FC-4EFD-94ED-082F8FBC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68182-AF4D-4C8C-86C9-97F60133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F2A0AE-1C12-490B-883E-EE154983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8B8390-8949-427C-B1D5-BD7ECEFF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8296A-6F3A-485D-A34D-CC3C2E27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8F9E8F-135E-473D-87C8-990501C4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8A4C52-74F8-446B-A8DD-D97F538E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74ED94-A3D6-4E91-A0C9-AAB5C803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D715CB-E674-4E6E-B54C-CD2655D4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BBA950-3DDD-4205-9582-F8168E1C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257E85-E6F7-40C8-A0AD-7F4E9707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B9BD0E-EEB5-4C3D-B2B8-C89EC548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71E001-595A-486C-99F9-CD1D7C98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E3F955-5691-4EED-BF39-9593974C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37252E-EE15-4D95-9623-E9F567F1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5A0D2B-E74B-4EF5-85C1-535DF273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BBE99A-3DE9-43B3-88C1-3AF3DE88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239BC8-04A5-4364-BE13-ED24A700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F8948-1E2C-4326-951F-577EF23F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403A7C-50BA-40B8-BE91-AAF71531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B4EC24-9740-453B-BC79-5FDE6A33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96528F-9AAA-4C49-ABC4-90D050CE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049D70-A8C5-44DD-BEC7-36856D8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21BE8C-090F-4B01-9363-54CB238E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B5CE30-FB3A-4D95-AB2D-3182C3C1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0B84AC-7CB1-475B-A5BB-D3379714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64EAA1-FD2A-430D-B14E-66BFEB45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A393EA-89C3-4C00-9058-9B5F44D7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F76AC3-CD40-45BB-B1ED-F9933DA0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AF2F26-CFEB-4D07-A7E9-BCC586C6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A11119-3D70-4DC3-BD77-4574471D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D4C71A-58E4-4509-A5F7-CCF029D3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5E2896-1744-4769-AE07-1FAC0425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6D2C78-165D-4158-9F0A-2DFA0B74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C9B2B8-F429-4E8A-AC51-497E14E4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6DBE1B-4C63-4068-99FD-E3A63E15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47F818-EF83-4D4A-ACAD-2EE0CA6F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B37EAA-7C96-49C9-B7AB-4D4690D1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3F5C5B-CE23-4E0F-9F6B-E8EDD898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C10D4FC-4D9B-4576-A837-66BB58F5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5CF137-ACB5-4A94-BD88-5C69F4A1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B6DBA9-27FD-467D-A5DE-5990DE70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326EC2-8EE7-4824-BE3F-8A728E7E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891036-1873-458B-AF0A-46EFA47C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7654DE-9040-4E9B-AED8-AA62D811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43EA9F-F0A4-433F-914E-66799BBE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16ACFA-C83F-4C52-AF47-5484179D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B06B4AF-6533-4322-A677-6F3BB536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F5FE69A-15AC-4739-B7F5-C2BBEDB5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074AFA-E8E8-4F91-9B4A-AD390106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19070C-80F6-42CC-97B3-E597D41D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F681EFC-342C-4AE6-8B44-E6274CF2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F6BE261-2170-4243-A4E7-350EC14B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E9C1013-7126-40B2-B29A-12A8C145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FFFE21-DA11-470C-8209-6DF9750A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8547735-98A9-48F1-BBD0-D4277B8E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605DDC0-81D0-499B-97F3-B2FE5A32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9E4F1AD-6E73-4228-A6F0-BBFD6E3F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F084EB3-95D1-4A9C-94FD-4C104F01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8CF14FF-11E0-4344-8975-9905C416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601AC2-3615-4937-AC5F-15D45C72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9627845-FB6A-4A43-89EB-2DDB9FB8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B4055DE-0704-4606-8538-AC01CDF3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A354D9-67A6-46F2-AD92-A8F35F92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A44B218-5FD6-4567-8FBE-1D55A4AE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B369D17-1A5C-4CCC-93F5-ED2794A5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5787A95-8E77-43C9-9EC1-6D75078B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016FC0D-9849-4C2E-9248-E838ABE3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F111C47-ED52-4F97-8CA6-A8FE8A55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8F692EB-093A-42C2-9471-76AAE066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4CE1879-C0BA-4795-89C1-8ABCD747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FB2DF0-3A4A-4712-A63B-A66CDEA6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CD826F9-600F-4B4D-9308-C3849FFA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3BDBE4-D9B5-4CD4-A2E8-09A3A56A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E3109C7-C63E-4F5F-9AFC-7DB85027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CC9BC47-0376-4109-95B7-B08FB65A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E2EEE19-BBB8-4457-87AC-487A8057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963D8DF-8311-4C34-9DC8-F6C8A5A0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90F3CBF-8CF5-4B01-A816-C1FE571C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66CF0EB-8A9E-460F-9F88-6B3BCDA4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B10D3E2-3ED3-400D-BDFB-E12873CB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CF2DC12-1346-44F1-BD37-F854A98D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1133125-7FC9-4F9E-B936-50733FB2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03AC173-4104-4A53-9B4D-FCE85912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D21BCD0-5269-4A4B-BC08-0768CD9F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85D41A4-56E3-4DD8-9A06-F2C68553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2E2DE15-A6A1-4C0D-99C4-97D351F7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A6E1DD-5F12-454D-A113-B131951A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DC8E748-61ED-4106-A064-80895AE8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037E7D6-246E-4DF6-BB43-F7538FF2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4CB0EDA-1463-404E-AB13-C2366FE3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7E58794-1143-4B94-930E-947EC851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D4290B0-5646-4019-A7F4-93744EAF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93BBE3F-CE2E-4C55-A0C4-C0407424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FD62ACB-F496-4303-8AC3-62D6D530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EE3F107-A323-475A-8069-2F13F61B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D7D2078-3C3C-4DFE-BEC7-28C7290F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CFFFE0C-3A9D-4E44-8692-4455C587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9ABB06F-29D4-472A-8583-B2189C68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C3F9B0B-9E61-45CB-9F85-CBEDA2FD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04824A8-837E-4276-87F1-2EDF5368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BAF896F-3CD9-418C-84AD-57B1B7E2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37424DA-9E96-4DC9-AF24-17575EF8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5BCD9EE-BDB5-469E-813B-7292754C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137D165-1A97-4C93-BF01-D6904498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0DC82EF-C439-406E-84B1-51314BFC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D6FD4E7-AE41-4A14-BD2A-B02A5B7A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7C4A0CA-7DF1-4967-927A-61A28DAA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C5ADBD8-BDA1-4FFB-BDB4-6DB958B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67577F3-A6B5-423B-B32F-D233F19C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7A68242-1027-4ECE-8293-40740E56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8C610FC-034B-47EB-A89B-5C7D64E4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05AD5F5-8EB5-4A5E-8D26-A0065067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BC23EDE-8C33-4977-838D-8E7A8406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F9BFFC0-4865-4648-9F49-08F01F2B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EF931F9-7C3B-466D-9144-B4D72D2A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D9EE60E-0615-45D7-A5CA-FDC49FFF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F871C9F-CAD0-4D4F-AEC5-D3024CCC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9F96C58-2231-47E8-9BD3-5DB69385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F98E4E4-45E6-428F-A386-9BE3AF75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46F5CC9-C4FD-4E78-82B2-9909AF04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E856E85-F06C-4FDC-A713-A606FB6F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D08A335-FF95-48F7-90FE-50F0BD99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98FA197-8DBA-4C91-B6D1-DEC1976C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BA3DE79-22D1-4F5C-9FBA-96DF07EB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AB26E73-FB15-4469-95E6-EFF40CBA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747829C-F754-44C7-91D5-52C0F238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3C0FCC1-E0F9-45A7-B3F7-EF760889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3BAC31B-A494-45F8-BCA4-0BAAC039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20E76DD-DE3B-4B05-90E4-6925C863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CA23F38-3C33-4214-91D8-7651C7DF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8706B2B-C657-401E-8DE2-069F7289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826AC47-04DB-4A8F-95C6-18C9FC74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201C2B4-2DAE-44F3-AEF9-EBCC4D6C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53A566F-084B-4C31-921E-DA2761EB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13FF711-B44C-496D-891C-6893B1F8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9F8D840-4411-4229-8737-F1DFA1C1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AAFE5DF-F8CB-43F5-AABB-AE68EECB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093D0EA-241D-420A-86BF-8539CBAB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82CF88D-A01D-46B3-AED9-C202D306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B31990E-0CE9-4663-8C2F-21C5F535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2575B5E-7BA6-42D6-BCFC-551D1D2B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1369193-0FB8-4827-A9BC-6E6D36FB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4DE512E-11FE-4BE9-B30F-93D05125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D01BA2D-D599-47C3-9111-AD8038DB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25E8CE2-58DC-4C8E-9F5F-2E106F70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3502052-DA93-4023-A7C3-461ACDD6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F98E2AC-E860-4629-8412-12F3E49E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2AE9256-E75A-4837-B209-AF00C9E6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02D2E39-1E30-472F-A55F-C361A0E9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715931D-74AE-402E-B2D4-A91EEE56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16B087F-6C9F-4B32-8FC5-B5DB0EAD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4DA543C-3DDC-4708-B9A5-6F8150B8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D787250-200D-4CA5-B0C3-841A8F8F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4303F3D-6796-4B1C-B293-1F23D01D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8ED034A-73D7-40C8-97FE-111EDEBD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E4968DE-C160-4E8C-80EC-B3E7DE6F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CAF606F-D435-499F-846D-C67B7B7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7263E0E-84E2-46D0-8EE2-496C5163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A738C54-BAB3-459C-86EE-1C04CFB9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3EF78BA-2D16-48C8-9562-46FD6666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734A143-F3BC-45ED-9BBF-2B9245E0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BE29AF8-711F-4DB1-A7DA-C4BC1B1C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2FC9732-8552-4DDB-BB80-32C0366D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28BACD2-7271-4E24-9DF2-BEC89863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96B9DB0-FFEB-4488-AF14-4133C84C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7294DAD-3CEA-4FBE-ABF0-C786E91B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0A5FF2D-756F-4481-8031-F777F408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C61BD24-0931-4765-8F59-5E2DE1B0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A633322-1F18-4EAD-B51C-C97A2672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7D07C44-CD34-4039-9FBA-8CD52976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DB1D4F8-CC72-48D7-8B8F-7EE83137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4274A4B-FC08-4FA6-9247-2C281601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C784F30-13ED-4200-BBED-7328ACB4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ED7DDA3-94F1-4D15-A97D-7BB1D132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3898AF2-FA9D-4341-A6C7-683154A7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1BADBA9-4FBD-432E-AD26-237B7454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266F4DC-5381-4FF9-9AD3-23EDB68C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23798F5-4B22-46FD-BDB2-71E625A3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82DC073-827D-4A08-8A04-7D878CA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BB2B7AE-6D3F-422C-A66D-096995E2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7C4AC71-47E4-4931-ADC4-92BD956C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CFCEDFE-9919-451E-8A00-5F2735D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0BFE584-C377-4D68-A4D1-6971AE70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251BC3B-225C-42E0-8DE5-E9336E5F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170F2F3-6AF2-4A37-B18B-91555082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9D10D3E-1C35-4F1B-8809-2BF9ED65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73E68DF-8AE9-4D0B-925F-23F624C8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7ABE568-F7A4-4EE5-8819-36DAC673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5BE84D6-B331-4C8C-82C8-4B81553B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BA2C39C6-CF9E-4708-809D-8EB51F5C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171AFE1-4A66-4ACE-8CE6-18C40B91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6B40353-FA06-424B-8FF3-0551785E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B8A98FB3-3DA5-4EA6-8D3C-E9FC5735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8D2BDBE-1B5A-4EFF-97AC-59D8EE9F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494E764-8529-4FF8-BB81-A5A4ABED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6E48373B-1E06-4A32-8968-27CA6137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D28E05F0-562B-4ABA-95AE-86EF7B66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8EFD382-C04C-4A62-B99B-48115937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28A2608-1824-450B-8A55-39D683D8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1CB20A77-9D9B-4FA6-BDAA-DA042C15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2ADCD56-2B26-4EE9-A4C7-2D985448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692CEBA-1A82-4CA6-9640-7790B073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27186C57-263A-410E-A521-097759C1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51FFC0B-38B1-4FF6-9507-0FE26595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52F42E7-C89A-4853-BFC7-C4736979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00D2642-89AD-46AB-9BA2-D1DD9B0C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D3DD23F6-B3BD-4298-99BA-C5D112BF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2B4D26A-A6FB-48AE-BC16-4BFF9D8F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2E87A09-DABD-4D08-B3B5-770A36B7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C20D222-630F-45E3-836A-FD690822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75AE4E8-0BE9-4E0F-96DD-1F7F9A9B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F337E109-1D46-46FE-896F-5218F5E9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28AB419-37B0-4D93-BE19-949A9258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EBE513E-EBFB-4690-AF80-F69FD0C9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E90B4B33-3BED-4399-98A6-B4648E6A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601DD105-F74A-4F36-AC8E-B2D06E35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E6BA8F2A-D819-4655-AAD7-05D2B7F1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8E73B443-C218-4884-884D-C97169B4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2BE8041-075B-4E4D-B709-B607333E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D7D9805-A004-487B-9554-1E794101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B2419FEB-4AEB-440F-AD94-1ABE673B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98544B6A-C677-4DEB-9E86-DD840869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D96C345C-4110-4BB5-9B42-1D673E65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4E905B0-7721-49B9-8FC3-09819C76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66162E0-EAAD-4C35-8DDE-B0875F84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FE30F110-0846-44CA-AD03-41709144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B3AEFB12-35B9-482A-87AE-ADD1414C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9E8C677-2AE4-4B34-841F-46E13A29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29D5D152-157F-4C8A-AFC6-A4683489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0B40693-8E3F-48FC-A720-01D5148E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D32A2CA-6C0E-4A5A-ABF1-4E093C5C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57B469D0-5E54-4091-A7A4-734FA18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B3A54CD-12C6-43C9-B2CF-CB83F1DA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C1A4E88-31AB-489E-8A45-87569A45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4CD1C649-389F-49F6-B3FC-35BFE42D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4139858B-DBFA-498B-9E0D-C082B71C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F439B87-3D3A-42CC-A803-0DC8E83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A58FC27-DF47-43A4-881F-45827DF9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3C4969E2-A272-46D4-8C06-CB0CCA68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61BF9A2-A3DD-4CFE-A008-78036352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C663FF43-8821-41B7-BBB3-697FA403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2AAF57E1-3070-4ADF-89E4-B6A5AA18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D7A2E26E-DC88-4E23-A8CE-F0D3B24A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1567B14-7026-402A-B5AE-5B88C929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B10ADDE-AC6B-4B6F-8931-AA9BF417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D52165B-AD56-4548-8D32-7E29C364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74D773B7-51F2-4282-9028-949EA809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967E5B8-7E7F-4F0B-8B54-5A10936D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81DE240C-1853-42DB-A359-5CB7C403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50CDBE9F-3A7F-48A2-ADCC-80797844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89C7D743-66B7-47C6-A07C-ECA51B09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AE1AB54-0167-4E7D-AC75-540AFBD1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8D64E49-EDDD-446E-98FF-71BE2504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C8077C0E-9CE2-47CB-8761-C54F7652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65C4371-0491-4F2B-916F-029ADE78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9660449E-8C51-4E17-8E4A-88973C9C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26C97F01-E96E-4B73-A1A4-11069273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41670662-D4E3-461D-9115-B86DB00A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DE3326C6-7493-4B4F-A893-A45284F6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E2EC6CA8-024F-4CAC-9B1A-955F3074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825B246C-8F36-4BF5-A94F-0222FDF7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636B9F32-B9E2-4145-A45E-509DEA4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E5ED9921-5548-4029-A81F-AB86C8FF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A42C68A5-C250-4064-A102-9D382FC0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48C9C930-1C88-49E5-BE4C-E3387D66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583D37A2-E3A1-4839-BB60-3A8465F3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72DD842-0E89-4902-8BA3-FA8F0239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07D24908-0B8B-4FDC-B105-58CA3F8F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43DC44C0-2BA8-4D40-A6E6-B37DF5B2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CD6BBBCD-B43E-481D-8020-A5E07880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89278B56-8F7B-417D-B24D-7236A83B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2E9AB3B7-6311-455B-B9FD-43423848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4BF86AD3-B852-46AF-BAA2-760F0F05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7580B4A1-43F9-40DF-8FD4-737F03B9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C14F29E7-351E-4AFB-9222-177A26F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D57D4E3B-1C98-45C8-A55F-F2CB82B6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5EBC67A9-E45E-4498-A393-3ABB8FAF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A8179BF9-F49A-4E76-9D09-5A0C896F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A8BC47B0-7B37-4FBD-9406-A379CE5D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83A190F2-93F7-4672-B1E6-F18B03DC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9C9139F3-55FC-4B82-A4A9-251AF857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4CE26607-7E08-4758-A863-A88F0EAD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2B2DEFEA-7A32-43DC-B985-F6B93105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FF52BC8-3EB1-4A4F-AFD8-2F15CA5F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6CF836B-C296-48FC-B835-DD7230A2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3706292B-B028-497B-9DCB-EE617AF9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758ACC9-86B0-4B7C-9D9B-814E4FA9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A51B96D6-8DCE-49BC-9041-B88B66FE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4142E34-C8C1-4945-8BF7-15C93A6F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842F01EC-DA49-45F2-AE6D-01900091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E14CAB1F-8726-454E-9443-967F6A36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C2B771A0-5E84-4CBC-A4B0-9860672C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2C47C7DE-E34E-4ACE-9261-156DD2FD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27FD1D2E-4317-46A1-BB48-F175E314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116361F1-84EC-4C47-A3AB-D7195DD5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8B21EB8A-A9E4-4A3A-80D8-8947246D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1EE39E72-2E86-4203-B1DE-910BDBE7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B7D006F-7AD6-4218-977D-4F9E97D4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A04477C-34A0-4B85-B60E-6523F9A9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3A581B7C-AAA4-4E80-93D0-E2C5E044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B9828BF0-07D9-45AD-B2D8-8E6FACD0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9B04F41B-B000-4F38-A5ED-8D243214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18FC9D56-E355-4FD5-83F9-CC99B1FA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766BCAF3-90BC-4502-BC02-0C8C820C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9EB1744F-086B-4E54-9ABB-C5CE4765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1E95908D-3EFF-4CF5-ACF6-FCCF0101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25DB15BD-FBAC-4F75-8FDF-EC5F0BBF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15348C4D-98B6-4FC2-B58E-C2F97B42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956766A2-7497-440C-BB32-E1C92663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AC239288-B85D-42DF-8C26-C8B9A9C4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0B8F1EDD-3CF9-4FBD-83E4-6D6C1E0E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4AE730A1-111A-4449-A616-D906E237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02359F4-CD19-4B86-BE2C-C5E029E8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9DDCD89C-CC6B-4001-B061-B3EF02A5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C4587746-51C7-4D11-A2C9-785D3FDB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F70CC36B-867C-4EC8-957B-2DAC5774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901A37C4-9043-45AB-A475-FC35622B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7678C745-FDDB-4A16-B2D0-619B0869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1B92E23E-96CE-483F-9209-C007A3D2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1F120D64-F04B-41F3-9B0D-15465BB5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F321FB8A-FE96-4362-B271-7F27B4F5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F59218BF-9968-48E0-A8DE-4E371569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E35CBD70-C737-484E-956B-B750BCE6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5B415274-6B91-494C-98ED-31F14BA0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243A2E03-8A98-4AA0-BAF3-8D88265C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74620C3F-6406-41CC-8022-A00D0CA9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B4F8EBD0-F9B5-41DD-9082-A56C2094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FFFE1C76-347E-4503-8EB7-F43CB18E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A01DD238-E74F-4E70-BBB1-072C9EC8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30493643-EAD0-4F2A-9A57-540F4A6E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B18516D6-6688-4D3E-B7A5-53115D77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63763ACD-B650-4A87-9829-03694023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94AADBEA-2FA6-43E8-8F45-843AF899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C0B22A31-8DDC-4D17-9EDB-80AA6280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8FD3346-24F8-49DE-AB74-30F91447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521ABFB5-3230-4DDE-82AE-ED42F638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90B870D4-C137-423F-8A1A-F051D0E8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052085C6-69AE-4FEA-B57F-D594B8B5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A7F979B9-2B94-4384-8FCD-F29E2297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72916861-55AE-405F-95FB-4BFAB926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1A27F0A-1D7C-445B-895E-F528AEC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CF54442D-6E57-4D37-A8CC-9FCB1686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2F82D7AE-4232-4B44-907C-FEB50961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320D6345-8D0E-4CEB-9220-64B6B060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2F17E935-2487-41BE-B6FA-9BDE5F9D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B9EDEB2D-E6F5-4D88-81F5-077C8AB6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7757B533-E2E9-4D88-9A86-101CA461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6F6E56E4-A32E-4CDD-ABC0-20B6C29F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A0F75DEE-57AE-478A-AF65-B055BD61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31FBE231-0D21-42FC-A415-0EFF396F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E5140AE6-D042-4CB5-A84F-BE413512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BBBAFC90-C27C-4B79-9146-6AA1D219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205A85C4-2B35-432E-AFDD-7DE96C7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F96B03BD-90BC-46B3-A7B7-0906B17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F0123E63-95ED-4CF1-9B95-F5EEFC38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1701BFF9-2FD0-404C-8906-351B5CEC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297033DD-FBA0-4530-91D6-7365E436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F698DF9A-27F0-4ADC-9C31-2FA67D9A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28F22410-E478-4492-97BE-F4D8B462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9A3D2429-04F2-4260-A90D-681F6DB8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ECD46936-6787-456E-8C74-A196682B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1BFB6B1C-E0AB-4049-92CC-9AA1D60E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9A5C2999-ACBC-4697-9115-464CA486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53F074D4-1BB1-4A7E-A6EA-D2136510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A2B8930A-6859-46D7-9950-C1211A52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4AD2F158-5F3F-4120-B6E9-A45E3044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02C2116E-CA76-4D1D-BDED-4176652F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CFBAB34B-95E8-4ABE-9255-81A1CA01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2A11476-128C-418A-BE30-7A506391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A883DFB7-34E8-45E4-BF84-40A1A391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B3B7F59F-5935-425C-9045-274EA4D7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1FC64B2B-B7E5-4909-A50D-795859A1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493745F1-72B4-4BDD-A2B7-6DB48E35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E75FB042-8110-4523-A259-DF2AB303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F39DB313-ADDF-4EC5-868F-B031014F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531FAD7B-0520-432A-846B-00537D78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783F3956-8D07-47CD-931B-1D6A28F0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E70DA947-83C7-4CF8-A22F-C400A71E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EA3A240D-BE53-419D-938A-1F5B4006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E4F17B7-A4DF-431C-92D4-EF7D39D8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F5CA09E6-E648-4B3F-8EF3-F2A8877C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6160F178-3146-453B-876F-BB77C8F1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DB1BDE5F-EB6F-46D3-A8A7-0AE185CB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B48D604A-00E7-4F22-A458-F86DF5CC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F0497E75-882D-4041-AB02-3A690B57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83DC56E9-DE13-4F2A-86E0-2A63CC64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AB2FA9FB-EBD7-409F-BC92-BB8D7D51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15350FE7-86CC-4401-8E27-64D062BD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1C735E14-D562-47FC-9F18-5951EDC7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EDA3FC44-67A7-4465-BABF-AA2C7FBA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6DFC7635-D513-4590-A413-9AB8513B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86433B8F-C7E5-4291-9473-9A5439B2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6BAB54CE-48C0-4496-BC02-10BA0747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5478A496-D517-41FA-A254-DD9EF650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25FEB6B1-F984-41D0-837E-D0B03561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C06A4318-4C6E-46CF-A7C1-15FEE69E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8F3ACC15-DA20-4C86-81DD-3F0B4AE7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8748C865-CCC1-45B9-BEAC-99E636E8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D9E4C341-1E59-4422-A6EC-F64A3BB7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88DCD326-C255-4B0A-977A-B39F5C87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808CD458-93A9-4E43-A5F5-0D0D57EF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3FC488F5-0E12-4243-862F-45DEACF0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2EF58444-4781-49BB-A5A4-D8E930EF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5270CCC8-DD39-46F9-ACB1-93A3C65E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55A96CBD-A13D-44BA-8C86-E6E779C0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2C0DBFCE-F4D8-4A82-A76B-922FE259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5358786A-B5C0-4797-917F-902C83F1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373AAE8A-F74E-4B68-AC52-4BC807E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1C803093-A64C-4151-AF1F-D0A0467F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AF78BD3A-E381-4B8D-903B-C7914486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C1A2E817-4190-4378-B0F0-BC70058A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4A067E3F-CCAE-44F2-BDB9-0CC9699C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FABED61E-D485-422C-AB14-F7914CD5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93AB24EB-8FCB-41E7-86E0-194B70B6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E79C864-5EED-4B76-BA6D-AE61E4A3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AF3B10C3-0ED8-48DB-ABF0-4AB0A00B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DDC33319-A02F-40C1-ABCD-50DAD781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2EDA1D2C-AE53-408D-A795-0393C10E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437F5D44-F48E-4B52-8175-10B6C0C2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66567802-BC57-4681-8B8D-4B16D31B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35E0F32C-6649-47E5-88DF-CA5785E8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0B29E370-74ED-4D06-B4FE-CDD9CC9C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B39DC992-FC79-4783-9498-15C99039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15800299-9AAD-402F-BDA2-41206442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7EE95A31-23CD-4FC2-BBAC-BD0017E2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315DE22C-4E4D-49F9-BB38-B06DA944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D28164E0-4A87-4F7F-8A5B-8D6004F4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54339F23-BE05-4085-8BF9-EEE65083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B18A0912-4F30-46E2-928B-972734C0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331A8436-417D-4355-9C1C-E07C9A14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561C517B-0601-4467-8262-AF451F1D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DE870FBD-CBD1-48E6-A268-368A2EAB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3B4EA2CC-AF0C-4FCA-91A4-4B3621DF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0E8ED650-0CE4-4A4F-9ECB-18ED41B3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C0C22006-684D-41C8-B325-6E3BDCA8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D6ABEA5D-ECDC-4503-A798-A046240C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48159756-58F1-49BF-BA4A-2A82762B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0ABDDE1F-BE94-4BA2-BCC8-15551292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46011549-1A24-41BF-8D52-BD197287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8B0DDF69-9F44-42D5-9938-5A18824A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0E15D3F6-95D5-475C-886C-12E47D98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F1A44359-FE64-4C94-B3FE-552B3F6E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BC58D7DB-8E42-43FB-ABAD-EE51AF2B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2F0F23AB-3B4E-40C5-AF3B-C385FF1D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F3DAB9E6-A9C4-43C0-A1BC-7F6DFDA9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5816C5D0-BB18-49E6-B6D4-820ECED5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07479700-B467-445B-B1CA-0D9FE750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6CAC641B-5AA7-4873-9FA3-359932AC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F87396CC-3446-4A65-8B44-364C3F00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F6DCB4A7-CE3B-44F4-BDA8-248473D6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CBCC4CF7-0075-4245-AD56-FFC4B2E1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20D1F640-3AE2-4D60-988E-16D8C2CE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928DE05-7682-402C-AEBD-281CD211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5F15A7D1-172E-412A-899C-14E3682D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8ED064F0-DB7A-4D59-B0FB-D5B6A1FA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1CF39F99-1AD0-4932-B2C6-36FB6D2E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68CC108F-51B3-4301-8EEC-D69773D0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098967ED-4E24-4EF1-8E94-7BB7A2E5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D7FD53B7-DB55-4B9C-BEC8-05F19C68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C61DB31F-21B5-476E-B9CA-EFD7AB95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239E1056-8E1E-466A-A63D-ADCAB6BD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0F65A50C-33D9-4460-9623-BF4D07B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790FB61A-7D54-469E-BD3F-2DA6FE08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AD01262F-D475-4556-AAC2-70C16BF7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470B7040-369D-4BDF-9B37-105D6C72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CA5CCD00-DC46-4383-896A-6E6F24A3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F9D87BA0-E1CF-45E2-9893-2C0F6E5C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0ACCB414-4F9C-43FA-B340-995DD8DA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59C6CC58-4337-4354-9593-44F7B3FB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0B9C9505-090D-474E-8E39-83F1A08F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99D25729-B19E-430C-999B-81E27F78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ACA643FB-188A-469A-A4E6-5647A304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B3492718-5861-479E-B84F-1ECDF61D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772F6C70-6DDF-4E88-BE11-6BCFE1D4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9B35091A-7866-4C22-BC0C-805BEDDD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118CCBD9-C8FE-4251-A881-5ABB7872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31E90B8F-8B93-458F-9A20-C92819A4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B9899104-919E-45B4-B468-1BE0B9A3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82B7208F-E6A3-4132-A33F-8447D586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F78EBB3D-F214-41E1-AC3A-97CF4664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A21B6C57-1F94-438E-8D6B-71D3E2C7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05BACA22-5008-481A-A00C-E5454F5F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60D32700-F1BC-4697-9094-57FE2CC4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CF31D3F0-977E-42B2-8AA3-55763F5E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7AF54038-F6B8-43E4-A1FE-06171F7D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BD503FF9-3B9F-4587-936F-8C72784B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99353D74-EAFD-4BC2-8C05-23241406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4023E022-9CDC-42F6-8634-6920B311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FA9FBDD6-E9E4-43BD-A6E1-10610869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A2E6F919-849D-4DD2-AE29-30070CCA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0D062C35-9E13-4B04-89E6-DEBC0D56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CDEC2B65-CFC6-4B79-AC76-808DE72B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F2A1E241-F29D-4942-95EB-62A910B9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DA6DE3A3-6720-45AB-9F0F-3F31816C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59EDC099-E26A-4769-ABE3-6F9C7405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061FD5FD-2A70-49AE-AAA2-4EB2CE3E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268C9829-1D22-4674-96AD-9820DC0B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8F892041-2E76-4C30-B1E7-2DCAD385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51F689DD-E9CE-49DA-AB26-4DFE63E0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F3C18E97-908B-475F-9F63-31D4AC76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300DFDBD-A7C9-45B3-96CE-98F80784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291CAD35-09F7-40D8-84E8-9BCAF6C8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2D2ECEF3-59D9-4CD6-964B-EEA6A4AB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02E4F7C6-BE2B-4BEB-8B79-C2CDE8E9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DF13CE46-E3C7-4CB6-A5D6-6ACEA83A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DD732AA3-162B-4BC3-BFDC-41585491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193328F0-BE73-4625-959C-FB2A97D0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CE0AF49F-B0F3-40A1-BA48-0655B82D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7CE65B67-4138-4666-8274-D77A9BE2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2AD4994A-7D8A-45A9-9781-DC51F257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C4558F0-A99A-4832-AA50-CDDB8F73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08C5BE8-BDF5-4208-A1F1-93D35BC5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3652ED7-67F1-4C9D-82AA-A460522E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2BD2738-DE5D-41E6-9E77-C810EF40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BA53502-8737-481D-8BDD-9150CDD4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13806EE-39E7-430A-AEE1-8E68230C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11755A4-50AD-4DBB-B2F4-79934132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1CA5702-DC88-4241-B4F1-64C7901C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BF966D8-3C64-45D1-9861-3E1FFFBF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999CA48-2A2A-4DFB-9A91-F4A5D7B3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F23A1EF-E6E6-4978-ACEE-5765F0B8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278203B-F2D0-4E8A-92BB-09E9F482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57A8CC0-F602-43B8-A05D-68C1F5C3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A9A5F97-264D-4D69-823C-014B82A5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60B16E2-AB0E-4D9A-916A-23B54CEF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18D5D92D-D99B-48DF-A702-BAD1DC9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CF8263C-888E-4BAF-837F-A907473B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671789A7-8B53-4F3A-9BE2-C281067D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C6CABC7-206E-41A4-A8DF-FC6EDEF0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9D7982A-057B-4666-AB8A-80E95A3C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D1AF9656-77A5-4039-91C3-AA5105C3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EA5431AE-8428-4845-AAB8-D612CBF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7FFF798D-A5FD-45EB-9996-7C332113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47F5BC74-80D0-4051-A1AA-EFDAE9BF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39FA7408-0674-4775-8CFE-79DA5B52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2E77E4E9-1CF9-4E2F-A862-22C4C25E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E4F7811-55A6-4BC7-9F56-1C7F7294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C98EBBDF-CA96-4363-A4DE-D02F5E60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2265DA42-9B77-4847-8C28-57260A4E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95FD8B49-DC2B-45EF-8C27-7EF73827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6DB93C06-2CD4-4163-80E4-7CC30AE4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B40FE091-901E-4BFC-A0F6-9682E6FB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365CC650-900B-44E7-B0DE-991B6EEC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660B1D33-59A6-451D-BC5D-DA6F366B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7CC618EC-F7C8-4C75-A02D-9BCDA1C9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223EBD5B-9303-4316-AE64-B0143332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DC21C9F8-5D9B-47CC-BA4F-0F054AC3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AC50162-AC28-4B2A-A1B6-9F9DFB19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5AFB2038-5E12-48C0-81D3-24EDDE98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CFF54F3-B2E5-438F-BA2F-51F89AA6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C9F75645-BAAC-431D-AFF9-285987B5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505CBE2D-DFF9-4DA6-A9B3-DD98D806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59033EC-574C-47D3-8256-4EAD0676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F5E6AB6-61D9-4E19-BEC6-B01B9C29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E28717CD-6A5D-4498-8CC5-247E4ED3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13C0771A-E321-416F-833C-6C619697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A33B3A62-6411-4592-8F6E-5FC4CA8F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092946D3-F8E2-4E4F-B5A3-57A70D3E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026A1E5D-5A86-4009-9722-40127D15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063A460F-566A-40D9-9521-EC091317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128D2D7A-A97F-4727-9950-AAF224FF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1A2BD578-64AF-486E-A30A-E433C16C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1163A7FF-2813-4FDC-9835-788CAC9B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ED83F8AD-975A-41F2-9C07-7C78D2D2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8966216B-AF9A-4E5D-AB54-8B39B05B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5C6E8CD9-B27F-4656-B2AD-73DD2C5C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E3F06492-9C90-4B7A-9AD9-AF433C88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D5ADA6BB-D146-4D73-B9F2-D83D997B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899E42FF-7F13-4C53-8F42-CDB20636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AF1E491B-1EB1-4ACF-9D89-3C8B62A9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C89334C4-BD17-4362-8FE8-28655AC2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948FC4DB-39B3-45C5-9A85-6450EB84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32C6E261-23E0-4FEB-93DA-27834DCF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49333D00-942C-42A4-9CF4-E3B85D9F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359C5501-AD62-4E1C-891B-BE1712AC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F788C078-A25B-45D0-AF99-85E93CC4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E0C53056-8DB9-4696-AC26-C4821003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334021FE-18D6-458D-A22E-342F56BF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255FD392-F3D6-40FE-883F-8B9BD362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091425C0-6C2C-4AC5-B4B0-F3ECB02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9CAE3436-21F8-4DD0-BABF-7ABD49F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B4D746E2-23E5-403C-8D0C-BF3A3358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5C5D0EA6-A19B-4152-BE84-B1532DFD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B53D0DD5-A11D-4AE0-8502-621C1B13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280EC1BD-D021-4ECE-9FA5-5182BCF6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AF88704A-C5B2-4626-AD3F-BFB2BF94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9CB39385-3397-4FF3-AE10-63757F08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23E61EA1-5F57-4570-8D57-62D609D5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11F67BAC-0103-467F-895C-8DC2A517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DC4CC8CB-41C3-41AA-A8EA-AEDA15AB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B3B8B81F-5ACD-4DE3-9C89-743747C2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8F825FBF-4B5A-454E-8416-F8D47A67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609BD995-7F82-49D7-BF86-E7F97F67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D7ECCF59-78CF-4957-9F14-0AAC19BC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7E160837-6128-48DE-A0CC-CEFF9420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6D509F0C-ADD1-4B00-8CFC-474813D5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983C5EBD-7532-4B85-B8F1-28B9E7B9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0A734F04-0A02-422D-BDB0-1D0BFC2C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D29DEA0B-0C47-4A12-AE2B-1AF3FBDA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4F819328-4B5C-4456-8562-93F4A9AF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90E27EEF-9B9E-4D11-A7E3-19BA1BE7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BE17F704-25F9-486A-A437-D5431ACC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60853ED5-1C74-4E38-9F33-815DF166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AC3EDC0B-FBAA-4FF2-A75D-83B889C3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560A638E-6979-4CFA-B37B-AF74C074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290D815E-5A81-4094-828B-4D1880B9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35353BD4-6451-43CB-B408-B033AC03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3A71931E-37F8-413A-8325-0A95646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2AA76BDE-DC09-4B38-84C6-2C7453B5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05600696-79C6-492B-AE30-56705612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5011F33C-912F-4D1C-964E-B5537E51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39AD07A2-F234-450F-BE32-66DE566F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4E91EA55-20C7-483D-8DEC-A068EA19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5870A47F-80BF-455E-9187-AE236DD1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86F8A460-BF0F-4270-9EB9-CD745A60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2B548A4C-CD2E-4D80-9B01-6E57F2F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4A19C4A8-ADE7-4B0B-B6FF-74C19379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7DE828DC-8F04-4E50-8D2D-66E0632D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8A16C79F-02F4-4A31-AECF-24869A9B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B715CD5B-40C2-4656-A90D-65783B68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D35A96B0-A298-4D32-A839-878E74CE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B1B32E24-20EC-4C52-A707-838EC082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521D7C7C-A8E2-4289-91A4-E45F32FA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AE2EA12C-82A6-4518-89CF-CC6EDF52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1BA2BE38-52C9-4E29-A635-40136742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F04D4F89-59EF-40A2-9810-0527FAF3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99527A6A-E402-4B51-870C-8FBF2894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CCBA8CFE-1502-4554-8033-7C7E4253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6441FA84-CE8A-423F-9A83-330DA316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99654EF3-99F8-4052-90A8-FC2997BB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FE3DDDF7-CEA9-474D-BF06-63708088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B0A37F9D-A9C1-43F3-A3FD-1A6ECC5B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07C048C7-DAC1-483E-9513-D93B80D0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42AC83CD-93EC-4130-BAC9-83D5866F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34558F69-1623-47E0-AB2A-7500A191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E2E8B0A5-A97B-4EF5-B6A9-A2C4FD37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DBDCC263-DC49-4ADB-A7EC-70F35A26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E12E896E-0E92-44E4-9092-1819922A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2148D37-BDC3-4EB7-92D2-775C7C38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3ECB1E04-75E0-459F-915A-E3C37954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72EBD353-D5B6-4512-A019-C591BEA6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8F06AC1D-CC2B-4BF4-A015-A8871E4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E8169656-D546-4A17-8FD0-2D735A76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83F8CB45-1010-40A4-BD9D-BF10C57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6A874412-FE0F-4AAE-BA38-75D565A4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A922421B-710F-42D1-B662-6A0D7CCC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54E388B1-F9F2-4A65-AA7C-165C702D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FFD74017-4AD8-464E-98D5-E6F034BF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0EC5B008-91E5-491D-B2A3-E53E731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117BA867-E20A-4E39-96F8-88BA4F5C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9FF73CC2-A16E-4316-B388-496CC965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6D6C468C-6305-402D-BE6E-5A7F8BB1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1016C047-DC71-4845-97C9-058598C5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F40B53E4-2E2F-47BB-A6D6-344B196E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AB2C193D-024F-4B7E-96F9-DB66DFA9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AE9FA5F4-2F61-474E-9837-9A4F5182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A8E2F1A5-EF40-41A2-ABB0-7EA6E6B2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C0F15775-D43B-4ABE-9E6C-831B9831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8F81B879-13BA-4CC4-A1D3-73D75ABE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0C9BDC75-1C23-4E92-894C-DB4040A1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6A8AE118-B0B4-49E7-9D3A-58F383EE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86F784CC-6113-42A3-B86C-D30347C8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4819F9A7-4F04-48DC-AF18-9732EBB0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01DE8D90-7C64-42C5-807E-4D13EF1A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B26944EE-8BFD-415D-A662-B3B7849F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61AFF5E9-36B6-4119-8C09-C2C91D8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4A13EC79-418E-4EBA-AB85-1A0B38D1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FDB9F0FC-156B-4077-85FB-CB0666DE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3EBC27B2-161E-4239-9FF9-302A1BEB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A2BC5430-8A6B-4ABF-9B4C-3CB3C3FF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4C8D7302-5041-4B35-BA23-4F3F60A1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33E7A88F-F4E4-4A20-ADF1-0E046B23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34F5137F-78D9-4B32-BF94-837A2F45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6B6F3298-0576-401D-BD56-E5910032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DE4BAD30-1CE0-429A-9275-2B6D3794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82D0F2D9-2C0D-47BB-B512-C21450FE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6E8ABF44-FCD6-4429-94FA-6A232A24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F1C92712-2312-4EF8-89AF-3DB479F8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B67E8AA7-FB59-4E6C-95F4-B800B136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329067BD-255E-442F-9204-429BA1C0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BA0F854C-EF5F-47D5-8B15-2B407207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1DF21968-167E-47F4-880A-AC9CB630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445A3F42-693D-4108-A665-7734B70F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24C00F69-1445-4EC9-B7A9-C45A3D86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143E5A75-AE06-414F-8E70-E887214E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BCCFE501-2B30-498A-BC43-1442A549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17EB6C9E-EC7F-4E50-9B93-EB6CB8FE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4B32AC59-880B-45BD-AFBC-159B51E5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92139169-88C3-4182-9FA0-CF048FFD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AE25688D-9597-44E9-B48D-1CBA993E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1C4EEC3F-D4DC-456D-B4B6-218870FA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E7784DFE-1EAB-486B-AAC2-01EF57A5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80A747CF-81EB-4061-AECB-05AB72E7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BF53AC72-F6F4-4430-BEAC-9DAF2279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149DE106-0120-4E50-A22D-83A6003C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9433D661-AD20-4834-9508-BF11CC0E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FDE00158-111C-4F4C-9D74-47C162B9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A5AE07A7-0931-4F40-A28E-D04507A1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4B21485E-C4D5-42C7-8035-87F439D6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C9293A29-5D74-4E95-8BD5-F27F7D09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CA1A4BBE-26F1-4069-BE45-D8E027BD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02359ED7-4AA9-4450-B6AF-A9F563C4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F9C3F0B9-FBC1-4086-B0B0-D72885A8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7CB11177-5307-4A82-A2C8-A6E37630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590F9458-1B67-42A7-B4B9-E0585B91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75CEC48C-4260-4C1C-93C0-880ADFB5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9E0795A9-2A35-4914-AB21-F174E3EF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169E4B8D-AE9F-4039-BF91-775FA506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B422BCDA-4D62-4673-BB8E-70DB94AB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68F11C1F-7C5A-4645-BA60-E4375097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46FA9C29-8DB1-47CA-9EB2-DC11E7BC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750DC2C7-3EC5-438D-AD1F-F4121250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2034400B-94BF-429A-9A36-C8C8C8A2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FE50053B-6C29-4687-934D-338D3ED2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8892B0AE-AA70-453D-99BE-4304F99F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641164C0-C86D-44B5-8AD0-E59CF95C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7467BDB1-102B-4AA5-AA25-DB77AE0D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143AA7EF-502C-4A64-B536-34D2D7DB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B783D7E6-9DBD-449E-AA2E-92D49761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E4D42234-79BB-428D-B5B3-9615A676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8CA89F5A-54CD-4CDE-87A5-5EAA226F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BA8E33DA-213B-485E-947F-375E7216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1A6002DD-10B7-4658-8FF1-A4B3F558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DAB8D5C2-F16F-4C35-AE34-CB81742C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5AB6ED23-5E73-44AC-BCEB-7AB48301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C1520DD1-8F84-4E9D-8C09-3BC74BA3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E5EC7F97-273F-408F-B132-A6A1A277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7E21744D-39D2-480B-AF77-DA8C9C5D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EFB4E8C4-645D-4808-8A50-559F2EED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5AFC64A8-1D08-473A-A700-2FBC1D3C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2A61BB41-BB51-454F-8F44-2D9BF868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C34C2C47-346B-4A44-8A03-021747B3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0EB40795-1B0C-47CA-93EC-7BDCD5D9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DF27EBB9-AB89-40F6-8C7C-42AE7A3D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E3E8DF15-47AC-47B6-A6A1-6F3E0D5F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8071D447-57EE-49C2-9940-F85D0290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82F43978-241A-4DCD-8198-56C80BB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A9AAFB7D-D8D0-4C66-85C1-E3D7604B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0AFEF1E3-1D97-4C15-8185-D5188CA3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4A4F1C5C-3465-4466-9F90-3C1C4CCF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384200DA-AD2C-48DE-A63C-4B2625D4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8000EB9E-0CD5-456C-BC14-C1AAE877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A2EDD755-C54F-47DE-99F0-D806F2D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BBFBF315-B690-4431-AAF0-D478DD8C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5E37FE59-8AEA-4866-9F03-C00656D7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9ADFAA1C-0FDA-4D68-A24D-9FC1FE16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CCAA2C81-0B46-4448-B61B-9808866D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1B7395BD-53E1-4ADE-B47E-39EBFD8D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F49F2C14-F80A-4B8B-9A72-5AC693D4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9AF71B94-1A6C-4DF9-A73A-BDD3FF8B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7621E973-B289-4C8B-9C77-D28A584A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49833F70-23D9-41A6-B87F-DB08B98F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C13B1345-0355-4745-9460-FB3A470E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660030AB-1D9E-4B52-B904-0D2B91DD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F38F55A0-F6DD-40F3-B8C4-8EAF6458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7E01A8B4-436F-4A91-9F14-CEB2177A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FAE5E45A-3AD7-4BA8-B930-F12F09E5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E28787F7-5908-4574-B3FA-FEB48D61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F6BC4D2D-81D9-4452-8DE1-FF3D03D5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C2FEF2EF-4A47-480C-8E26-602546AC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89905CE5-7878-4C0C-B51D-59846732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4450C34B-16FF-457F-91EE-48F57561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7E542EF5-7DFD-4584-A7D9-80EABEEB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000D93A5-382A-4175-9AC6-4EDC6600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8D494EA4-9154-4E39-810C-55E6717E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2200AFC4-5CAF-4A37-83B7-28E7C31E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E0847F13-EBFD-443B-9D89-FCCA5AD9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313F2442-06DB-4D3F-9A0E-720FEB27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222E9AEA-468B-4561-8134-C6089C3F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685EC825-6D49-4A4C-95C7-D442DFD3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455F5C76-1B3C-401D-9D2E-5F5E67F0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D5929AE7-C87F-4B4C-A470-A5475AA7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3D4423DA-32CF-40F1-9058-1364903A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D0B0850D-E4D4-4F8C-97C7-73870402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6DA253DA-CFAF-4CE8-B8AE-1053639B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F8211D05-91D8-4671-877C-9AB3A21D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1E93772B-B01E-42B4-BD33-E99B37DB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2700D1E1-976E-4A06-99DC-ECD2C70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F216498F-5812-4398-B4E4-5CE3120D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2AE9EE0E-635F-40AA-BE55-35BFE857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34CDDA4B-726E-496E-A62C-A9328D76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D4247732-BC51-4315-931E-29F0E071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5F067CCB-EBE9-4426-8005-8FF80C0B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D8CFA4C9-C69E-497F-9AA8-8481EBD3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25F291FD-3940-418D-9FCE-63ABF747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15773F71-12A9-4497-8349-246DD514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1BFD1AED-5CF4-4A0A-9424-D3684C64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3F712BF4-2EC9-45B7-8CB1-2A0A8A89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A3C97EFA-A0E5-4BCF-A41D-5B02D185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C73A82B6-9BCD-4A1B-B1B2-3BC3A772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DF510AF9-F9B0-479E-9135-0BD7848B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24390F10-F8CB-461E-9C3E-BC03962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6068E363-E8BA-4222-8ABE-15A59EB0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FFC279D2-616B-489D-8656-7A0881C2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12E647D7-5C5E-4B74-BE12-F7605031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F40B02C1-5AC2-41F7-9135-61B51EBB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D66A7F2D-59F9-429B-A922-8A1E8BDA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FCBD090B-B872-401C-85F3-AE9B10A0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E2C9DC93-18D4-43E9-9485-4B3974F4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11E04813-0337-4FEB-A378-5684A565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BF2A1690-6352-4F07-9C8C-D51081F1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73966FF3-6C47-45BD-9017-3E670051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4FA92E6B-0E11-43D3-9409-A84F4742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539BA2FB-E3AD-4D83-AF6F-1BD09747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91682D9C-2B71-451D-A6EF-6D0CB8C5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A808E815-B312-4964-A33E-1E47C8B7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E6759D2B-D29A-47B5-80A2-21B5E304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59E51886-BE4B-4C2B-8397-F94D7A80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78DC3492-6840-4EF0-9ACA-9CDBA7AB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6F32AEE8-2786-4F34-83AB-AF98BA13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E4FEF912-335C-44F2-B69B-043BC503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BA4D95A4-E5C0-4EA6-88A6-03E17803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32DA0E4F-ED4D-4697-84DB-ED78471A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D71E62FE-598C-4833-B502-9D9FFD0C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6A54659B-2171-4F2B-A2AB-AEED7390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8B6C97C1-AA20-40FB-89FD-B715E211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648E3886-C9AF-41CD-A824-3EABBBE1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39AAFAAF-A2E1-4CB8-B702-4D75E768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DB11BFDC-E98B-485C-A456-4806E7A4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EFE267B9-B554-4EF1-9A60-6168334A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6FF423BA-4B4E-4A78-A271-B50D2318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CEDBA0A2-78AA-4ED2-885F-BF93F222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EBC4A953-717E-4938-ADA4-7A1151A3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42E32946-5886-4E62-87B5-E00B8438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1BD0F38E-71E7-4CB6-B8CE-871B87B9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7EC57545-CA6E-4685-96E2-F0CDA2AB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2A81D682-2D83-4CF0-887D-84440B9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DBE17140-AAF0-4286-978B-6083014E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87D5C97C-5541-4D2B-83D1-19541CED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16DB483E-265B-475B-9B3D-AB5B7DF5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264EB0B7-0ECA-405D-A7E7-22BF439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A1E6BCF3-91F0-4CB0-9144-5B9E05E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0E74E091-D3AA-4AB1-8145-D6A40457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11393A5C-643C-43C1-BF49-A6A758FF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68FA0012-C81B-4C94-B936-DE5CFB1B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8BC7F6C0-B62B-463F-940D-1640081D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2A3F07F5-01CC-4106-95B8-D6771F9C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692B3500-AE80-41E7-B36D-6C05B2F4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599C5916-0CFF-4AC8-BFF6-5027CA7F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E68F845A-C6CD-484E-9DE3-BB5F5D17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28A1AF40-CEC2-4F04-B1EA-1C6C413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D9E9D70C-1A68-4D38-9DF3-F8C3F67D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FE28D78F-97DC-49C7-96B0-E5729EA9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94EE919B-D3FA-4096-B3F4-B523A355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DD26B758-10A6-4FAC-A777-B9C25E20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B30EA8BF-9B66-4509-856E-536D6430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D502B34B-5480-4153-AD69-070AED10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09754B2C-B176-4690-B073-D5E00F28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9D3C7BC7-E68B-4300-8AED-2AB1257B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D99B1787-C084-4F22-A8BA-1094D49B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0B562FBC-35EE-44D6-9397-CC1E65C0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8DF32819-9B90-4B9E-B367-9A8BCC9E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C9CFFBD9-62C2-4D2B-B158-0E89CCEE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36EC890F-334B-42C9-8ED3-057618A2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93FE8C92-B7A2-4BFB-927A-C96AD3B1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FA053CCB-47E9-4C9D-AAFB-501DA263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838E1F19-F837-4ABC-928F-275D01CC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78EFF1D7-12DD-4994-84BA-96750320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C0F03D11-3638-4CDE-B9E2-D5E0AA3A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D6EC61D5-C626-4B60-B574-A4022312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06C48E98-5DF1-40B2-96F3-A62E685A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2757F15E-7948-4547-98FE-22D0CB9D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0C3DAF8C-7446-4A9D-BB52-B7EE022F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736EC650-BFC9-441E-9E98-1FA3889E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737C2F95-0D98-456B-929B-291690DB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8BFF7A3E-A5A2-4B2B-804A-6EDFDCBD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32B2DE24-0C95-4B4D-9AD7-C31CCA23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031F76F9-2438-41C8-B59A-51B7BE4D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1ABC9189-97C2-43E0-BCC2-3496010C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AA4680A5-F711-4E41-8EF9-9CC46EB2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B22C63A7-CF3A-42D8-BFC5-0812623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69F2B4FB-49A8-4E04-8750-7D5FF957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4EB69354-E905-4A50-9154-A91989F4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EDAC6508-62CF-4B2F-A3A1-402329F9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E030FA01-08F3-4BDF-A634-10B01A78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21AB9724-9F45-46D4-BA72-ED754CE8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4520CCFF-8FD9-4741-ABE5-05DB36C1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255E60E6-EA7B-4E43-9C8C-E0F6A3A4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2EC8C244-DEBC-4003-A98E-3ABB778E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2B4E4276-0DC8-4661-9DF2-2DB20BEE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DB117B0E-B319-4D64-87D7-7BC370FC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84FC05CB-8E64-4F00-8132-678BD7B0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4D209F63-BC37-4511-955B-992D3EBF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6217D1F8-229E-465A-A7B2-9F24A4AA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EDE96D08-0B62-40FE-B521-E0B610A6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D2B3B909-13F3-40F8-BE4A-3100C879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A3DE61AE-AC2E-47EA-9541-4DAE4AB7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2791BCE4-4B61-4BF5-8766-B62D6EBD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76EC7F89-08C5-4515-83FE-3CC767E7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D22F0FCB-EEE8-4D0C-8C71-DF41A785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B7941ACA-F995-4865-833D-51ECE7B6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A0E5AAD7-EAE5-4DA9-97CA-413C810E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274C9AA6-4DEA-4C15-95F5-A14BB830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606F2955-DD1C-43F9-9920-83F62489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63E9A33C-352F-44B7-BA26-1C8D92CA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D6318EAB-504C-47FA-807F-22F5CB4F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A6DC1929-507D-4EE5-86BC-40ACAA37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B8048C67-411D-4DF2-810A-0E4C63CF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D6F6578F-4F0B-4117-9D46-C943AB9A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5A462E0C-FDE2-4ABE-8E26-3A43A02A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064EECD0-AE17-453F-82D1-10793022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69EA46D6-3D90-4F57-8C56-64E49FFC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CF6C6212-8C0F-457A-97CF-55B5E502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2D8B615B-50EA-4D07-86B8-FBCCA885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6387687A-7D83-49C4-BB46-9D591E08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F946A663-40BA-40DB-B7ED-AF93229F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7780CFC5-2002-480A-AF5B-391E1D92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3503E244-97A7-4BD7-988F-0A140E2E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93FFACD4-E8B1-4EB0-919B-81EAE5F3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348E2394-F387-409E-8AB8-AB22ADEA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399BD72E-E02C-4647-80E0-710FD242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54B390ED-9A2B-44E2-8D82-71A37EDD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D5B0FBD7-9464-4B09-A764-BE75FEA0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05FEF945-BFEE-49D0-89F5-379FCAEF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C8F3B75D-7A83-41B4-B557-C50FF8F5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745A3D3E-862D-4E12-8211-7FFE70F4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8A4CCD0A-E6BD-4675-AE34-8597CC84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0C50C427-3122-4DCD-9282-CCFDFD47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6C59D096-1306-4F9D-BE88-10D67846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DF17F0A0-7256-4439-B704-71DC3EF1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C40BE098-1FDC-4B23-99D6-FC3BCFB3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FE1FECD7-2581-4712-91A8-FDD55CEA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BD7FB3CC-85C1-4294-9BC3-DE49B6BB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33140B26-3C6E-4EFF-BB75-08ADA5DE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0DCE608A-A34D-4667-8B64-9EB20869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564958E1-5DE4-485D-9431-F5C9DAD6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E2E95801-C2D2-4A74-8020-1CE2C5CD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EDBAE1DF-2611-47EA-9A27-BB5DF86E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734DC180-25C5-41AD-88EC-7B8EDC2A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BE830AF2-4190-4C67-BDF1-0009FF55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2390D0ED-19CE-4F96-9745-A0116B26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428F500A-6BC5-453F-85C3-A5ABC4CC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78EED1EA-ADEC-4B72-9769-88A4FCE7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CA15D079-5568-4E54-ADAA-1B8D274C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D6A79806-4E70-46CD-98F7-E1764D1F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A2D36A29-D41D-4787-BCCC-DF6A33CA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0E727880-F749-4B1A-BF83-792C442E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3980D614-5C41-4A94-88F5-C8B62901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4BE6374C-C9C3-4460-97BE-1729A19D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EEC6EC99-2B19-4A8B-ABF0-B1D86E55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4ADB31FE-6917-438F-B5DB-13D77248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AA3BEC16-9D1A-4ADF-AB4D-FA763ADE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C0737F88-283F-4D90-AB21-3DD98517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A95AB768-29F6-4158-9B7B-80029890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B3BF474A-5129-454D-8DCB-97F34920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24B0099A-83CB-4E83-9AD1-D40F7EFE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7E9BC63E-1094-43FD-983B-3919ABD2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15522E7D-C0C2-4481-8C3D-F9B36636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AC8106FF-6DD2-486B-AB1F-FED6E772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A7B3D956-B211-4263-A014-60D67D09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037B647C-3AEC-4EDA-8EEB-140E29A9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DD99DC33-E107-4309-8B72-D0480154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B1CFD9F8-6288-4310-8EC0-3A2E9A37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926D4052-1D04-4026-AD8B-B5E08D88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EFF88A7D-3271-467E-BF43-5D9B2635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68E01BD1-3A43-4C15-8553-50451E61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1F25D5A1-6DD7-49D7-BBF9-29306D55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6B25B486-B1BC-4A51-AF44-CEFC1C58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5102FB36-BB10-4A6A-B4AD-E41CF1AA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9D35EA69-B959-484E-9EBC-EF163300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70824B33-C2AA-493E-A621-9488367D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E176DF24-1A5F-4791-B75F-792C57CE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0EAF0A32-635B-44D5-A449-5C677E92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1F30D0BA-195D-44BC-9EF1-5D21ECF8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ED20E7BE-7B50-4292-B7BC-9DBE97EC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48A08801-5BFD-4AA4-AA28-7A10F28C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CD70989C-AB2E-40C6-B298-2558450A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B82755F3-FEC5-404C-A7AE-AA558C35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C935A394-1CFF-44A7-BB05-ED041FFA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79A4AD42-887F-40ED-BA18-C0E0F445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F88703F3-06EA-4BF1-9BE2-595C4CBE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32330537-8545-46AF-9653-B5D055C1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60C0D336-4994-430D-8CC8-B9A5496D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4B749729-90DF-4762-8C0F-5D5DBF61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1B0F89B6-FC52-4E9B-96DE-19A41A7C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1F37FD0D-BD9D-4412-A29B-7AC4241D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AADF0388-90B6-4D15-91D0-0324CBEC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D45D4133-F325-4A44-8643-1E3CBDA8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0A8C760C-E9C7-4BD7-AE66-EF38D803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3F5777B0-4EBD-4921-9AAB-C1E58AE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F5E51CBD-D76E-4A7F-8D47-3144A24F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50339521-ABAF-47C5-939D-BE6B5F18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3FC83137-4A10-4BFE-8A01-13686170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FABA4A30-2AFC-4213-A8EE-BEFB2B0D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84878571-1EF6-4BC6-BE17-C300DBEB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4000475F-B08E-4A1B-85AE-B09B65A9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8FC7240A-1DC6-4AB6-8038-513665BB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766FB0F9-A19C-4EA2-A777-D41A9145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8CB0A60C-A449-4105-9D62-4231AC6D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BBA2BC01-3A93-40D3-933D-F02A229C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EF13DB07-9304-46F8-8AAB-ADF3B115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15F30B64-CD9B-43B6-976D-2AF3838C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6C849D24-52AE-4475-B407-9CD84BC3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C5221D5B-2551-467B-9E54-334DF1E5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BC19ED35-D0C0-4FD0-8816-1C94117B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5CAC21BA-9750-4DA2-BED6-3F5436C2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2AE983D2-DEDD-48D6-A1B0-9762DA7A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7E22A2B7-102D-4028-BBC7-DC496E98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463B2F33-9D53-468C-A032-29D8E971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E225DE5C-DEFE-43B5-B631-9F907DF8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B164CF38-060B-455D-9895-92B8A039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9EFCBD71-D9B7-4E4C-957E-5947AEB4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B37F956D-5DD1-44E4-9695-F143EAC5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C1F72229-81FF-4589-AF6B-39B0625D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AC267577-32C6-4131-A777-77D4F891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99E4DE89-166C-4730-B168-4DB8CE7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A2E6DD23-A614-4EAD-98DE-BC0E3E07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11354F3F-BA57-4FC2-9B07-2B0A548C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6C3E3513-ADFD-4FC5-8004-D1BCEB64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14C19A08-6998-4EC5-9BB3-77421FCD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76B2C37C-D649-4AFD-90EF-0CD306C9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84740DD7-E225-4227-B1E4-5DA1262B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E8D41E9E-5EBD-40C2-AA18-B2739C31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EVIDENCE &amp; RISK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FC045509-642E-4E3F-A8F7-FE38D876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有工程證據，也要誠實標示適用邊界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E058F485-F2ED-4BB4-BA09-8DF3D03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歷史 benchmark 可重現，但不能被解讀為通用準確率保證。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084DC025-02DD-473B-BDE7-FDDBBDD4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1905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5E3209C5-A379-475C-BFC1-741BB18C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1905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1E9BF986-F2B4-4194-AE20-B0F89B8D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06FA8707-EA6A-4217-8F05-401F6160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展示法規 PDF</a:t>
            </a:r>
          </a:p>
        </p:txBody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FAF7B90F-F86F-4493-B7C6-AD64BE23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85975"/>
            <a:ext cx="2324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724781C4-83C3-4728-BE24-94047F4B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2324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9D15C5CF-03B7-49B3-BA57-958BA179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526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104</a:t>
            </a:r>
          </a:p>
        </p:txBody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08EE933F-A011-4D83-A277-5A91C956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81275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歷史 benchmark 題目</a:t>
            </a:r>
          </a:p>
        </p:txBody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638527C3-95AB-4C31-8CFA-41BD07A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85975"/>
            <a:ext cx="2628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4C240C22-1A3C-45AB-B613-575FAFEB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19300"/>
            <a:ext cx="2628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4EBEDE9C-172C-43A2-9B25-3CA097FC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104 / 104</a:t>
            </a:r>
          </a:p>
        </p:txBody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63DFAD4C-7B5C-4205-9A72-6348C83F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812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當次流程有回傳來源</a:t>
            </a:r>
          </a:p>
        </p:txBody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6BA04393-3C3E-45BD-90E0-1E748ECE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85975"/>
            <a:ext cx="2324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14BA92F7-1600-43A7-B541-57DB2D98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2324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9FF3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916B7528-61B9-45A1-AA43-008B8D9B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20.52s</a:t>
            </a:r>
          </a:p>
        </p:txBody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8414970F-B5E8-441F-B958-714159B1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81275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歷史平均時間／題</a:t>
            </a:r>
          </a:p>
        </p:txBody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42A64429-7598-42BA-BEF2-D9544DA4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00425"/>
            <a:ext cx="5181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7BD1F4A7-B78F-4727-B9D7-A52273B0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181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4A005505-EB8D-41C1-A6A9-1CF762A4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0925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89CAD133-1467-4F63-AAF7-D565A96C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3E4DAEE9-26BB-4A8B-A7E5-90E68A30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STRENGTHS</a:t>
            </a:r>
          </a:p>
        </p:txBody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33B63D2F-BF1E-42FF-BE0D-57F26E67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4629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• 版本與索引工作可稽核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• 主資料與可重建索引分離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• 失敗保留上一份可用狀態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• 本地模型與 S3 供應商可替換</a:t>
            </a:r>
          </a:p>
        </p:txBody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5EACCBEE-85FD-4F1A-811A-2E299567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400425"/>
            <a:ext cx="52006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ECE026D0-609A-43F9-B08A-BB2AD95D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52006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D7D3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5112168C-FCBE-4C4F-9340-58188F6E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90925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556B8612-DB4A-48FA-BCCE-621E33B5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7D7E9400-7A99-4FE5-A8A5-E90F6470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997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LIMITS</a:t>
            </a:r>
          </a:p>
        </p:txBody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1D54BE4D-0EE0-4B25-91C3-F83C29DB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767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• 單一管理密碼，尚無 RBAC / SSO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• 單 worker、完整 Chroma 重建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• 尚未驗證大規模多租戶負載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• 引用存在不代表答案必然正確</a:t>
            </a:r>
          </a:p>
        </p:txBody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EFC95AC2-DF7E-4BD7-B559-15964AB5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994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169A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4169A8"/>
                </a:solidFill>
                <a:latin typeface="PingFang TC"/>
                <a:ea typeface="PingFang TC"/>
                <a:cs typeface="PingFang TC"/>
              </a:rPr>
              <a:t>判讀原則：這是一個可信的 reference implementation，不是已完成的企業 SaaS。</a:t>
            </a:r>
          </a:p>
        </p:txBody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3A6256FE-252C-476A-B873-8BF059A1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3FB62CA1-FB52-41F1-B53A-6903E05C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A"/>
                </a:solidFill>
                <a:latin typeface="Aptos"/>
                <a:ea typeface="Aptos"/>
                <a:cs typeface="Aptos"/>
              </a:rPr>
              <a:t>SCU LAW RAG · 非官方學生開源專案</a:t>
            </a:r>
          </a:p>
        </p:txBody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52F057D4-40FB-44A6-B485-E5622BCD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613054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67016E-4B4F-471F-8C11-07EB57A1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66674-A9A0-41E0-BED1-46D71E79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BA31E-60A4-4CBB-BC32-1173800A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F0BB9-E42B-414F-8F27-A6C0E014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7D246-794E-4D01-A15D-F1AFC27F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710C0-C5DE-41F1-9E8E-936CC7CF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FBC72-5786-4CCD-BFFA-37DF7B74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22E2A-F12E-4A8D-B29C-9BB34556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88105-335E-49C7-9832-3A80E682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E4CC8-714A-4358-9C43-174F9E7D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B29C2-D742-4350-8636-D2DD51DB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2A63D-297B-4779-8992-733D4396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F7C5A-306E-4CEC-93B0-8BDCA25E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D5268-102D-478B-89AC-8BA3C991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FC190-9C12-4718-AFAD-20DFFA78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9C672-CA7F-4583-93F6-DB063E20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B98F8-CC01-44F4-A0BB-B30E2F0A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0E443-3A72-45FA-AF4E-85C54BEB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0C589-1276-4FC9-9B89-BCA62ACA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7AA76-B776-494E-ADE5-55C4508B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DE64A-16C1-4685-80DC-2386BA6E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7DF12-7561-46BA-846F-C74B1087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C2565-EB83-4A18-AC8F-8ED8444E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BF3FE-9A7F-4894-95AD-15626766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893A0-D5A4-468E-BFDD-EEB4210A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A39FD-AD01-4A75-A36B-B26CBC5C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D9476-6365-47BE-8B18-57845780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51E32E-5721-46FF-9705-7B72DD55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3BC1AE-86EB-41B9-8BA5-CF0F34E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9F4EE0-235E-4E97-A7AB-95C30BF5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8F1B51-411D-4E7C-A85B-8494CD89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D54332-0B00-4FFB-8F6F-09A1055E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32B207-D6D8-4357-8676-4C22E159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A56D2E-7868-4788-B847-5339156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1F63FB-8518-44D8-A429-2C370044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EAD036-2196-4B5D-B108-D90E4A80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11B88E-F6E8-431B-94FE-5D3F96BF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316FBD-A37E-469F-91DC-FFF08693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FDDC81-CB8F-4FE1-9354-E34C6D55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2124C2-9AA4-4A1B-9C54-73C4126C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CE9EF2-C32C-4F27-BF25-C135E686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4F42DA-FAB5-4E3C-9B14-98347B21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025B5C-323E-4736-8A13-E81B4E4E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E16A2D-D11F-40C6-8588-952A1BF7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7B3AF6-6544-4B03-92F6-C1BC744E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80174B-F0CA-4CEF-B907-DB56763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FB1330-956B-403B-AFD0-DC44F080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28B231-C779-4F15-84C6-F4780847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86752E-6A90-4DB1-870D-34FD1362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AF1E45-3C0D-4C5A-90E0-86C429FE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1EA238-5E51-4B49-A0F2-7FF6390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49BCF8-5769-46D8-AD49-A5CEEE09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8B53C2-6922-405C-99E1-515E1EC2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8380AF-5FD2-4E68-9728-D3A50112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103A99-8FD3-44B2-87C7-94150F59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2D40F5-D561-4488-AC08-AAE6A906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F994B0-9E76-42B0-B9EF-638E96B1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859DD9-D6D8-481E-8471-954CF8B2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19BDAF-8197-41B2-85F0-2AE6D13D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06BDA7-5890-4734-B7A4-06D71F02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5C8C65-2034-415C-B1A4-F3585453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91DEC0-5AB5-4EA0-B0D0-677CFF8D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C4DC5E-86BC-40AB-9181-A4BF36BB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35094B8-2E67-4B30-8427-1857DE8B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827C87-39DA-40FE-AF6B-3F218E0F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26F209-17D8-4248-B906-DF0E84DB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1ADED76-BF8C-452C-BBF4-EB55FDD3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990D00-1DD3-4BA2-A7D8-FC5C16DD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19B78A-BCD6-48CE-B464-E00AE6EE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D55133C-60D5-4A79-9087-D3EB248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74EBF2-05C5-4AC5-8E6C-F2E6C377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6442A70-B017-414C-A228-A963D142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8312FBE-A27E-43D3-B22E-E9E7683C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7DC4F77-3E6F-402B-A01F-2DFD82B9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4F9D8ED-055B-45EC-9EBD-40564ED0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6B83E0F-F13C-4B0B-B6BD-5339D1B9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1217DAF-E4D4-44D4-BA7D-6BC20E9A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CF78209-7E5A-4992-9CC1-F360F43E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B306521-678D-4EDE-83C9-65E4D5DF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A0C74E6-BB6A-4874-BFBB-E04734E4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2E0E583-236F-4201-8317-9ECDCF15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4BE68DB-769D-45D8-83CC-19E8B7EC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AB63812-0FA6-4D65-861F-A3E9D742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B66404-9152-40F9-A566-60DE5D6A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6053838-AFFC-4886-AE1C-2432865A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860D30F-FDDC-457E-8E81-F5B0E164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08B5B7-D0A5-40E5-8549-4FD3A075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D53E6D6-C498-4279-B9A7-ED5A3140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A1459F5-3CA0-4CF0-BBB3-E2C9B012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3FF991-AE21-4C83-8BAB-DA4EB2F5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5FAB8D5-AD61-4A2B-AF93-EEA714EC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09E073E-EB5A-4A18-BAA3-C20343B3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5298C70-D813-46F6-9476-865152B9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4D5A32E-5871-4CEE-8660-0AB10208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6534ECE-64AE-4879-9BAB-97D87F56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9BC45DC-2FAC-4402-B26E-DF94CB99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7061820-0480-455F-BAE2-0FABFA62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68DB42D-95A7-47C1-8846-1370ACD6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2A6BF23-FD43-4F06-99A7-BDFE205F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CADFE0D-9C7E-478A-8CE7-DB60A343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3D54C14-4957-44DA-A814-B87EB9DF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1212C6-EDF4-4905-A827-CF95FA16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5D7A6AF-35F9-40D9-AB60-C39E7E28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62D80C1-B591-4FCE-8792-E45173C2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634FE0D-6337-49B7-9DE0-3F5295B8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4F38878-B929-43C1-A14D-0C478B51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3D7AFA8-47FE-40F0-BBE4-AB0E01B0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37E5E39-765C-4259-A86B-61510E07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177AF89-6365-4549-8355-44FE4316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714869D-9A2A-4859-8F15-9A87C81F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39184FB-57B8-48AB-81E2-642DA75B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3C1AB77-EB54-4202-B2F5-FABD16E9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3F4E80C-4C22-498E-B0C0-BBFECD12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A3981FC-6C91-4E03-A0F1-A75A1580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D7235B7-0B00-4295-8F6B-4A74D5DE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AC91288-7BD4-416C-9AFF-D208AC93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DF9CD9B-C6E8-4883-828A-A311A75E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EE6DDE7-9DB5-47C7-AB00-97AD0C0B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6E5EB89-0549-4E21-AD0B-79A38B6D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76CEBF8-9DD5-4ED9-9A41-85538D2D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DB7964A-0A07-434F-878D-EFDE3939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FE358B2-7588-47F8-9FCF-0BD61FE9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923C226-707A-46F2-BDC9-AA56C336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0C64059-2061-4F9A-A762-A3722321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556E994-8131-4493-88C1-D84F7B3D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00AEDE8-AF26-4C51-9BB8-7C5BA6C6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041F200-2CA9-4A1E-B7FA-26F9D2CE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14E7EB4-E5C6-48CD-A831-C583001F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E8C7F08-B232-427A-B97F-72D4740B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77C074C-D3CD-40FD-807F-02105CA9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4452027-8CFD-4665-9F49-31330B1B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5BC5B57-AF0E-46CF-9CAF-36B1BB79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611AEF2-76B1-4E52-ACC8-DAE128B0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2C3A431-A753-412C-B017-80B25583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C228406-FDBB-48BD-87ED-21546A10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682BAFB-14D2-4BBE-8725-78D97DA0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920665B-AB17-4F0A-9962-FD3CB271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108C235-5142-4342-BDB2-3B182108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A43FABA-57F9-43D5-9CB2-7E44BF03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E2EC886-8339-4DC9-940D-8736E29A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D7F2A5D-3B3B-4BA9-8D3F-8A01DA7D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BDFB3A3-4059-4F5F-BF50-CDFBADF3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104F0F5-4910-4395-852D-C16BAB58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AEDD02C-616F-42A4-96A3-73CE89E0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9FBE645-D14C-4086-A334-54A35560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9C21FF5-DF3E-4708-A47B-A3863C93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0BAE4B4-3233-4296-8A79-FA924C51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307CF00-13EC-4D19-802F-DEC70EAC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53472DF-1D5C-466D-8BE3-DCB22E0E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7787463-9B89-4C4D-92D7-1B621BC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BF4DE9A-F104-48F8-8E47-337D80C0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BB1C44B-03AE-42BC-92D4-0619EAB4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5789EEE-C47F-4B4D-B8A1-206D3353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FC0F0B7-846E-44AF-84B7-5ACCE932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E2F2DF4-D762-4DEF-A34D-4A9A1AC3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7796C3A-6495-4ECE-A658-5637EC37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2A683D9-E101-4104-81A6-89DB9E8B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E85617D-CB06-4441-BA24-AAAC9631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3089E73-53F4-469E-A58A-FD57ACB2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1E5CCFA-F085-4FA6-9E27-2BB8798D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70430A8-97E4-455E-BBAA-249D8699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7BCA937-E984-4B01-A0E7-9C50753F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32597F5-8D02-4552-8535-631CB04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9BE7465-EAA1-4352-94AF-8ADEDF5F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754A8D9-1EE0-4E78-A24C-C3951344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F6F47C5-3C48-4495-9D82-62ACEAF0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78848F5-5CA7-4A50-A37A-E8DA984C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D034433-196B-4AFA-97BB-07C93696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9133D54-9ECD-4C6D-AAEE-37CAD5AF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365D3C1-9C21-467C-9F9C-2164F63D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7D61A29-3FB6-41B0-9920-92B1C514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D11DCE4-C6C3-4534-93D6-3C7980D4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9912CCB-8100-409D-AEC1-580955C9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44D5DE5-7D7D-418E-8BEC-9495989F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D732203-D5F9-4C6F-B89A-742199F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2FD4675-C8C0-4B67-B08C-5E495F11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C167561-7AF5-40BB-B841-7760AC6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7D70408-7750-4483-9664-4F362F5C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07E9411-C538-4BA6-8C80-49923D6D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52879E7-AD87-4F96-ABAE-9F12AAF6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9E01BE2-62B0-49AD-9AB7-11CE2A15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FA61829-EC4F-4FBB-A4E7-3F4C3DA6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E7B94B7-5099-4042-803B-1825E412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DAB7B82-8CD3-4C7D-B25D-2DF97B43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9E1C3B1-9CC7-4125-9BAD-76EBDA56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BA71E28-09E8-4A9E-94AA-3F1A0299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1F55315-E219-4FED-BD06-3C30980F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5048010-E8A1-4750-97D4-6DEA226A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C943822-6935-41E7-A7DD-7C117603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818E79A-126C-42FC-ACE0-3B0186F6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0803620-27D1-4BD8-B679-3A9A8E27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99B446B-4966-4665-893B-90301770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A1E49A7-F6FE-4AC7-8B7A-D5813EF7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A470D22-FB22-4CFA-A333-3C6BDC55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D2A4ACD3-CEA6-43E6-B8B8-4A8339CE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72BCB27-3F80-4070-9F44-466C3B75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80A15C1-480E-44FC-BA25-B952378E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C81CB80-FB8B-4655-A0B7-238E1D73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6F50D23E-CDE2-4321-99A6-1841FEEB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3050752-7E25-4513-AE0A-83A832CE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E623063-F2CD-4545-A592-B0240447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98B89D4-71E1-4994-9520-2CF4A836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76254B0-04C9-4AE9-9CEA-EAB4F711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9EFAA2F-3CE0-44D6-8C1C-65CEEAD1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2664331-B0CB-4E84-BC44-4E64DA82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210E35F-9B6F-451B-BB21-88873CE5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481F75F8-35BA-435D-B70F-80B0FDFB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A4FACD4-7F85-4723-80F5-49B8DAF7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D7D625D-EF33-4A66-A8AA-806F1543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93683ED-029A-4BF8-9F24-218A719A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1E3D3C27-D343-4DA0-8743-322A8E6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71E8DC3-BE4F-4B7A-B50F-04826ACE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E52191A-F917-449B-8AF8-527764DF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C7E399C-F858-43D7-91E9-D59DA627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9E0D0D1-EB14-4214-9E08-57483DCE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EBBB4EE-0201-4A29-A5E0-2F7ABB69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7C1CBC0-2357-4555-879A-08A41C1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DFEBF2C-9407-499F-87FE-9507A029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2159B45-1ACA-4E7B-BCF1-89E06999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59CAF04-CEF8-4B29-83BE-C5FD1A25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BFE2720-C178-4F82-9154-D32C4A37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78523DF-2AE9-444D-AEFD-EDD1B69C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E3CD3B7-1A87-463E-BF83-CA5C030F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3C9AFEF-3FE1-4A09-B371-692EEC6C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A5F1FB7-DE02-4093-B077-6AD22C44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800CACC-DA30-4C43-AB03-63AFD783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C9694DDB-F452-40F5-A1A8-6A52327E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11F1440-392E-47AC-8734-8AF0752F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E3EE428-0B44-410D-ADBE-356C7EC9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B899D17-5D1E-4AFE-9EEC-BD4B672A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3FEE183-EB09-4001-94C4-7CBEFD27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20D1CF6-7095-4A12-B046-D0BF6392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F1F5080-BA41-4398-ADEA-A78AE820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D8BD894-FBF1-4037-9CAB-DF643B34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39E4B1B-0748-40E4-872E-9E3DE0C0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D1FA3D1-B4C7-49C7-96D0-53BC09BE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DB9B3CB8-5C2B-43F8-92AE-96B39498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5DFD565-8397-4093-87A5-816B2B8E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379EE36-65E5-4CCD-A2B4-FF38983E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A85F3AD-D0CD-409C-B8F8-4A0663FD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F0A4A9D-76D9-40FD-A86C-3D980569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F4998ED-B716-4809-B49C-18F728FB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3824A946-CC81-4BDF-BD9E-CA1085E3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DA9C7BB3-0BEB-4CF8-AA56-8AFEC0DA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01FACA5-D100-489B-A96D-56A8DE9C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6241DF7-5F59-4963-8FBC-BE969AF2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E0518F30-783E-4DFC-B621-756D6842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7FBA0DF-BE67-471B-AA85-C451513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D5C9F09-48DC-435B-9B58-15E22E7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7BDFDB6-EBCD-43CA-A959-C8AC0854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9295895-7CEC-4196-8558-B9A1C0EF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E855A87-ED5F-40CA-9869-328B3A8D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7BA8518-7614-4064-8A87-1FDCD0CA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3F80B8A-C624-4DE1-B4D5-2A5E8663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F5362CC6-2930-46BB-8D9E-1FCBF195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F10DD72-8815-4198-9E26-5E30251C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EEBED103-F167-4D43-8E3B-B556809C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ACF22E7-50BC-437D-AF28-43EBC321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863164B-495D-4120-8E05-625195A1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E5A9A7C-2D15-4B46-A3AF-07695347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FE56D49-EFE7-44CF-8A2A-C448DE7F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B8F9BA3-3D2E-4172-A9D6-E1C7AE5D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FED6535-4CBB-4874-97DB-35CF852F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6CC7909E-C83C-455C-ACD1-8433699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471CEB8-1A6E-4849-962B-E8C04D2D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73D65297-8939-436F-B5D9-61F92C11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6C52287-81ED-4BF3-87A6-FE05522F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DB7468E-946B-41DE-80FF-7C32DD7B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8DD8982-36D5-4437-9404-2ABF7C9C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1D197699-676F-4B74-9F32-4443C72B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9C67B880-0A80-48BA-A9D3-B8D521BB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FD7B2A4-41E9-42BF-92AE-81A04035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73504AD-CA96-4693-81BE-C10B2A0A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F39B1848-8D0E-4000-910E-B93433EC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A97B2050-2D99-432E-9C23-6ACB3708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AE3E4B70-08F6-4303-878D-E340C93C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DCB81DA2-18F2-4513-9C7E-D3F7F81C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43080F4A-EB05-4421-A0BD-2EF1D97D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6F559F1-5C98-4B1F-AC63-4BF5BBC4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D761B11E-E5AC-4D5D-B92F-348030A3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3936856D-3BF4-46E6-A491-2DC5B771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963BA29A-E447-4DDC-8B39-2EED12FC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605F1A1F-A3D3-495E-B58F-EA852701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43DD0ED-62C0-42C4-9EB4-FDD7A6CB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77C4EE1B-6654-4A45-B965-2B783E39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34A7795-3F9F-4F07-84B2-60F97F3D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F622283D-3F0C-416A-94EB-77B3B3AC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AEC9A946-6666-4E52-BEF4-D81E8317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8648C7B4-0739-4728-A160-525A7A03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91B5DF3-9EDF-47C1-8B50-1625D41C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E2BE275B-E03F-4C99-864F-83C2096C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56371114-3B9C-4C60-9DFC-0512DD2D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427B024C-3D9F-422A-80FB-AB002751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9DDF6E57-F756-4C1E-9C15-265E6E57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2380917-BB4A-44FE-8684-68906E6F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8DDA632E-452E-4CC5-A674-B44AB583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E77C157F-5870-49A4-80B1-C7669E30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A4BCB6B-FFDA-40AA-88B7-5EDC9210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8C9540E5-31AC-495B-ACE4-716FC0A5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0797726C-8605-426E-AE1E-53222B24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21CF322C-C360-46B5-92CE-2A995CDF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0C717C1B-BF31-4CBB-890D-4F825FF2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9B302B18-33E9-4FB9-B073-3C46A3EF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93DE3A05-D271-493F-87CA-9B3CC8E0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D4DB846-FDB4-4FC6-B096-227505BF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9B7F2F33-AB0D-4E4F-930F-3CED9391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866C7ACC-CA01-4A3C-B71B-91687371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692EEAEA-E2F2-4C32-92B7-F1260E74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C94897C1-F98F-40FF-A0BD-1B164CF5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FD6F1C5E-8AF1-406D-AB3E-E036D8C7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AB5CF99E-053A-40B1-84F1-9A5FC667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17D6ADE7-EBE1-445E-A028-6CB13C4D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3A0A7677-8A2F-4343-B70F-B60E69D8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E54F354E-4BF3-465F-9196-9ABDBB11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F78D0B23-F20A-4185-8A30-BBCF669E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2CC9709-19D3-4C4A-8B1E-83E23BA7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8095BA2E-5C63-4826-BCAB-B540ED9C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E6E5E861-CB9C-46DD-A274-2D1F8C93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FB2629BF-1B08-4391-BBF8-7C0623DD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76CE4B9-5992-4A5A-876A-721D336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6F1E35FC-65C1-43CA-AD3C-24E1D5D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EE234F64-BAC2-4E18-8111-36A19D8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F827B42F-134C-46DB-BC8A-752F49C0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3722ED90-0DDC-4D5D-BE67-BED91816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91A96B88-E44B-400C-BB16-1C3269A1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3DB1E5EC-C237-44A2-97CC-EAB7F8AC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A2E4EB64-FD6B-4FA6-97C8-4D31F493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9F6593E2-D9E3-4AEF-A6EF-85287151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68651132-FF3F-4D68-8DF4-1022DB96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0DF80540-95CF-4D29-8A33-0B0A659A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3CD307CE-F42C-4D52-9A8E-EF952CD5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A4E0D38-1607-47E9-BF47-6C60F15C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0583FBE6-224E-4C5D-863F-70EF27F2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496E9917-DA63-4E80-B734-36F664B3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24056183-974F-4AB4-BE94-E730542B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1FC8DF6-3D7A-4C6E-8E40-A18D80FC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F4FD5942-6E6A-4AD0-A957-FB64032E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34348F0-9A45-4739-9377-F73651D8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2B870B69-1DFD-403F-9B10-B452B6C0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DACE716D-3231-4D2C-AD84-9DF71E8E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F4514FEF-B9FA-4C0D-A9CD-16151982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EFC8DFDA-6173-45DC-A12D-448CDCEA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931B1250-575B-4E2E-873D-E3C5C5EA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0D923E6-721D-4907-ADAB-04EE4C75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7D286BF6-C9F1-4CC6-826A-4134B37D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8968D6B3-8272-4A29-92C6-21353F00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C6647571-30AD-4426-859F-06A2D8F2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461335F7-EEBE-4804-947B-38F26D9F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5FCAAB7E-1F53-4CEC-9255-1CB79E75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9A33303B-8632-4A0E-9B78-0BE01324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A8E57941-3E67-4962-B4ED-8AD1DA90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F0F795C8-377D-4963-A3AC-962F1CD5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E8FD07C8-DB74-4C13-9005-6D7E67B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B44385AA-FB60-4FF4-AE03-08928CD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DBFDD5E5-16C6-4769-99D3-5F96860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1B5EF3D9-675B-4230-B58D-91DDBA56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6CAD42E8-D327-464B-8C92-4E4F07B4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CC648D66-3C4C-481B-94DF-320CA5EB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A727D7BD-5E4E-44C7-8834-BD7778CE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60094E73-6B15-4B80-95BA-F1100974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FAC905BC-FCE6-43C7-BA6A-26881DE6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466D47E8-93B9-477C-8376-03DC2300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C9059BCD-338F-469A-995E-47A60FDB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0286B394-3D1C-4C48-8709-8194C474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92F3A369-9C97-4B3E-A7BB-B7181275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9AC6C026-F8AE-4423-97DC-3CD995DC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2806A25C-8729-4ED4-842A-479AF7C3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7C3C6AAF-CB12-4B48-A9B7-567B8284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00AEB3AA-A522-426D-8DC1-76EDF8F5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F86D3FAC-C43D-4F81-A4C7-7AF012CE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B20E862E-ABA4-4052-9552-AB58D2E5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9A33A7D3-5782-4862-A9BB-0481DEC7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B7C095D9-91E5-4E27-952C-94E64987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1D214D9B-4131-464A-9999-22CF0C1C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5D23028B-C04A-44EB-9E1A-7FC9E24D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437D518F-C683-4D83-A29B-DF8AA0CD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43DBE52B-E48F-458D-8C51-31F7A950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D25CAA93-5966-408F-94F9-BEA2FD73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A46726B0-669E-4CA8-B397-EF72C2BB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3C1068D-57E1-4B6D-AEA3-D73DC484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9FD11CFD-61F7-476D-A121-5530A43C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AC191E1C-A8D2-4C21-92A4-675CD563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96031328-958B-4130-BCAC-0E73FBC2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3714C0D2-0AF1-40EA-9BAA-ACC16B55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21A22129-F265-4F3F-8BEA-ED5EF8BA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58C0DDC4-E565-446D-85E3-B5F023A2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F768F3B9-04C8-4424-A98A-01853DFD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E7659658-2191-4A03-BEF9-4F09A923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5B1F9400-E561-4876-BF16-5E34E3EF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DB82744F-004D-486C-831A-1C1645C2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54DC2D89-CD0B-4A11-80D7-C79F9B6B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C16602CC-3113-4F05-B76D-61E70919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AA12D6A4-2406-4F01-8690-CA8816CB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D929E4F9-D923-496B-A748-8FBCDC59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ACC374DC-83F7-4AC2-A091-33F94C8D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731A5D94-590B-4DE3-AEF7-3C6D864B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22D73A92-E3C9-4C96-9FC6-90A1A228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438CA7A6-DD30-4F39-B98A-D69099B7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811CB11B-ABA4-4F7E-9BE5-A0E1A842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C3BB0CAD-A718-4AFB-8073-59C3C07A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A32288AA-9EBE-46B1-81B7-7DDB2756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B5097AE1-6256-4CE5-A5D7-41819EA0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F2DF3F05-1A27-47DB-B47F-166A985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06FE49F2-17E5-487D-BB4F-0A35D55A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6DDB3F20-9E81-4395-825B-791746F2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D6C96CF7-DB53-452D-B5F6-A9427065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D5F0DC91-E91C-419C-B171-8A9E3299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F8C08DCB-20D4-49B2-B5B1-E6B5C0FF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3CFCE804-5F3D-4132-BC7D-1B4535FA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BF08B269-4B8E-4864-8BA5-11FF2C78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4F680EE1-407F-4094-9EA7-709A467F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70E59408-69DF-445D-B050-0957D367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345320F4-D50D-429D-94A6-399A2328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43456C18-49FA-4246-A8F2-D563B604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BDFB67B2-869D-4D58-A285-DD393DDF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3198A848-16C7-414B-B6A3-190517C9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3D952FCB-A3B9-4094-B064-63E314F7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4CEC1660-CE2B-4B33-BAAF-49BD4F43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DAC09201-D60C-4BE3-AF2C-D65A92AD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A73D7265-F6D9-4DD3-A429-9BDC06F3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EE2F2643-5FCA-4C6D-AA9D-1FE182E4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969C3404-7F55-42D0-BBAE-DA83B216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BC8A9BBA-0B2E-487C-96C3-81C85C8B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1B2A1CDD-5E6E-46E8-903E-C017CFFD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548E8C57-7A01-4338-AF53-A0D8A55C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479B7D0C-160D-4A5A-8AE3-85ACD8DD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5E12FB84-D727-4B14-87C8-ABB368BA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7A8616B4-8ACB-4037-8B04-7442B4D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8096B7A0-8898-4FE3-877C-D61E9CDF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1B08CF06-3BE0-4B64-BCD8-EB18D896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D3A33163-4663-46C9-A00F-10B9D6B5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7BD808F8-16A3-4F9B-9956-FA3E7694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574D0553-4205-4588-A86A-146D4FC7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FC4D1A98-15A7-4224-9CD2-A1B5F53B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B1503421-77AC-4841-8FE6-F73003E7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F2CAEDC8-F1B8-40FB-A06F-AC97F0F6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F9793DF5-16E6-4B7A-9D24-B2248CAD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399D9197-CD2B-4FE6-B7D0-458956B9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D946C453-26A9-4C40-B365-3E9DCC8C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3177DA10-3585-4105-A99B-1B0C4034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9FA93A84-7B27-426A-915E-E35FCFAB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FF4635A4-A93E-4693-A5D1-EE9F71E4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6C241290-0BCF-41BA-8BC0-63FF4389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429ADF85-7E4C-4448-94D7-A276F38C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493825C6-2E96-4695-A708-3B232EC3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A3F2E1ED-DAD8-402F-B6C6-380C8771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82A9009D-DDB4-4389-9F33-6BC8384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3C76D329-A0E8-42D4-8FD4-82277F59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CB595165-41EB-4562-AC44-D2950ED4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F1BCA6CF-49C1-4C43-A36D-23E16257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9E09301C-E431-4FAF-AD80-09182CA1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DEA97001-6D3A-4704-8019-1401318E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2FAC346C-B551-47B1-97B6-14172F85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FDB9078A-A519-4DFC-BA2B-E1C80D44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037C6EC7-C28B-421E-8FBE-684F8492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FEDF5AD2-018B-4B10-9D4E-8EEDE2DA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E127D87F-AE99-4372-870F-AA35291B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A376686D-1186-40A3-8A6E-00C0A60A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137F3533-4FE4-4A85-AF49-F1B61E8C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6D2BE116-020D-4CB3-9159-004EFA23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D8737F6C-50BC-4F9F-BE12-F37CD27E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9985133D-0029-42D7-922B-A0AC4841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B9AB8B2E-6541-45A3-A0D3-B7E6F02E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D60AD2BD-A3B8-4FA0-8F2C-61636823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600824CF-1F69-4678-BDA9-364CD1FB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3B497F09-BCDD-483C-B4A7-392D3DFD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FAAF60AC-AA70-4A56-835F-E3758CB0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7FF2F2C8-35E9-4AEC-BFD8-695BE243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4965B845-A1F6-4BBB-B919-6385EDF8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92E34C45-5596-4B2F-AD47-866BD42E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6217A31E-D79B-4FCB-AE5C-82A19E1C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6EC3F74B-BC0B-4DB2-84D0-6BA0C844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79593F35-8003-4EA4-8845-F113ADB9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EB0E5C7C-753E-40D1-9DCD-DF9545B3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D12D3DDA-272D-4694-BFA5-2B90440A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09FCCB1-A831-4A2C-B689-47094B04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191BE0CB-1B58-4718-88E5-37877B14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7491D9EA-8290-414C-B645-1CCAD9F5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1168A7CF-946F-4065-A5C1-15F54810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6ABD7510-FBB3-4315-9CE4-4F74776D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4C2AD60A-B450-4E99-95DC-3896FBDC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A7CC5BDD-BBB3-4B03-8AFB-3AA71052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F51D6780-9A81-40E1-B78C-A5AEE7D4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45DB0647-8B07-42D1-BFCB-454777DC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D9BBDE8D-1E01-47C4-B8AD-43A03C99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AE4EFE29-7A15-4941-B983-2FB37DE5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C5983F37-DB13-4F84-92E5-07F58950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AD8FDA50-1D1F-4224-B6CF-D84D8CFA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79662488-B97E-43AA-819A-2FD6F154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A5AB7192-C2F7-4638-B0D5-FB688249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A60A1E87-D08F-4EFC-B2A2-3C9895E6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8A96628-C418-4813-A09D-F926E127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405DBAB2-CD2A-458D-9934-4FED5E73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6F7FE569-596F-4026-AF4D-8B733E15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D5CF088-7C7A-45F7-81AA-1F949569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B3BE2B27-2A08-465D-B707-5C5F4348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9DF3E823-11FB-4910-9B67-B58477A4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D6D83089-D345-41CA-99BD-D78139F7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0F9347D7-0B13-4278-A7F6-74F3A07F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352B23EF-020C-4008-A8A3-E80621B2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43760388-0EFE-42D9-9A4C-7E9C4495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A7CC41FC-31BB-4674-9437-D7AF75EC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F45BC977-C2C3-43D2-8F5C-8461BB8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D09C86A8-5ADF-434E-9E86-92810006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D2638C31-5210-4A58-8CA2-C970985B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572DA565-ECA5-4563-A47A-C2B18C9B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054D3932-AE3E-4766-921B-3E24EA0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ED9F6A1C-E22F-49A7-829D-27A7BF77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9B881E74-3F3C-4713-ABB2-FE9E8436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B5A9979A-6DA0-4495-9F7E-80DDCB5E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32203519-2FE2-4DEF-A119-A8E5460D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D276481E-2B53-44D4-8F1E-DA9CA8C7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535E28BA-B12F-454A-BA50-47FE753D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54414618-4FD5-4D1F-B44F-20344643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729BCB1B-C109-4A22-BA8E-202FD487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28EE5B07-6AAE-4C58-A09D-6CF31D9D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C6875479-D8CB-4046-A66E-FC646F4C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454E9A74-083C-4153-AE15-B2158C2C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BA25C6D0-E424-4F9E-8A9D-36A3D80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21DC28FA-3829-4705-B648-0EA9D2A7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F6085614-4646-431E-B097-2961F3A0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CE76D20A-EFE0-4B38-BC6E-DEBFEC0C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9986D230-41A6-4F93-B5F4-2EBC583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4434AD7E-B545-4113-818D-CB181FE3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D2788220-3776-49D1-A96D-3C62681A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8D1137A6-F72B-4459-99A2-95262B9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4DA5C8B2-709F-40EA-9CE7-FC4BEF7B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AF5928EA-3771-41F3-84EB-5D138686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68678D5D-C576-461F-8DF4-E50DC1C5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21F733A3-3E61-49DD-9D8E-FDD38958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C08BD81C-8AEB-4F65-BCAC-20BEA272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1C7BC921-9F11-4824-828F-3FCFDD8C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7687340A-D9C3-4359-95B0-DE064787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AC2200B-6D9C-4042-8ABD-D18F553E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D808D28-EEAE-4D5C-95D7-E1EFFD7D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04D25FD-64B0-4C49-960C-C52B0182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9B828C2-84A5-4646-91C6-34C5FB7A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592326F-F382-4048-8A4F-D19C814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0842D64-74C3-43C8-BE12-51361AC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BE815CC8-2605-455F-9E6D-B2DB1099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EFBE6724-94DD-45AF-9FF7-E3C01DCE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84D1165C-B23F-41C5-9712-97E0D314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5FE8F9D-6E3E-4AE6-8B79-BC5BD897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7299968-4316-4163-A2B7-DFBC1FDC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B7928B8-5B87-49C9-9FE9-B90939B1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A043879-B01D-4062-983D-7E25F0F7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840B479-64A8-4B43-988A-78D902E6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41C00AA-E39E-4D3D-A751-3F8CEDAE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0BB42A2-1EFC-4E11-8BE1-1CD6433E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9A711EC-BAB9-46A1-9232-DDCEC4FF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A0F1023-99DA-446D-A4EC-F30C1EEB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EE385D2-E543-423F-8A95-5697C239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0D5E1A4-43DE-469B-A456-5416F87A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186B5581-9849-41B0-A16A-05677167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A3378B15-73FF-4E66-A3BC-0AF113E4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A7BA85EE-60DC-4786-BBD7-2EEEEB75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4CF50575-EDA4-470C-B0BE-2D67FD26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D696FB9B-4B08-4EA8-BCE5-554E578F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4B9CC380-CC4A-44C0-8AC0-56A8883B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327E091C-9443-45E6-BE4D-F05485B3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EB6533D2-B045-45EB-93C1-3031B498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5CE7B2ED-F177-44D7-A372-299D85E9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03B55B8-CED9-44EE-83DF-ED8B5483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B1959BCE-DC19-4C83-B1D1-CF832D3C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BBB39D81-06F9-40E9-B871-259B1CF8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30862123-49F5-4698-94DC-AF997B45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53B48F4F-6F6A-4EE7-BEED-AFC9A35B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6D665767-A93C-4A13-9F0E-56E17A90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4A00DA1-AAD9-4260-B2AE-0D6D9CDF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8B612211-3097-44CD-BF5B-1A3100AD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0A6272F-B1DE-4C63-9579-AD6F6314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CB4EA677-36D6-4B9A-AA60-9DC3775E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1395886E-B886-4EAE-B265-8A2E41A5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E938ED58-AA0A-4350-8B1E-7A14004F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4025DC2-4F57-45EB-9849-D3D93AC7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DD1913DE-DE9D-4368-B49F-571C1FC0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0B607AAD-1AD6-4A20-9466-1CAEB34A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AAD1878C-9B0F-4A15-81D5-2384F6D7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B6CC6CF5-0F02-4E69-B5E8-4EE4C98D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557F3B78-321E-4220-BA6A-7836DCD6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8F0469EF-9E9C-4296-891A-3EFF9359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C5EF9F13-5815-4715-A274-CCD21E91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A87E4AEB-00FB-4D17-9B16-B09DCB9B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775B7879-72D1-4C3E-B7BA-25A7B0C6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E93507C0-5568-48C4-89E4-674AB905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85432841-2E89-4A63-B4B5-B7F13894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43B0C63C-4E3D-4D44-A80B-DA8EA186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D0BE279E-5025-40FE-8EF4-556FF846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9B0243BC-D3CF-4C34-82DB-565B7668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F7D05AB3-9275-4F22-961E-0CCF4B95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00A3DC0A-3D62-4013-9E58-2D48654A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B12FCF1A-5C93-4E97-8FA9-B1FBC845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7F89B056-A3DD-4EA4-8C6A-B3470EC4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D8EFBA4F-9CBE-4FBA-B7A9-F8033F37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22749C56-0CA0-45EC-A41C-4C52254B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A83C92E6-D7BA-4C27-BCEF-D125D8E4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59A3FFD6-2C98-4783-A230-95C6385C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CECECD7A-8A16-42B6-B77F-2DB571D9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8F50899A-0413-47DF-A2A2-2EA1E4FF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0EB23EC3-E5A0-4007-8A36-E1B850FA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61A11348-4CA8-4998-BCDF-89917DD9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CF6B637D-96AE-4EA2-86B3-906A174E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AA5229D7-AE51-42CF-9CEB-A8D5295E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3742322F-0376-49DE-8FFF-74A515BB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A236CE4B-6A8C-401C-9ED9-D72D8016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BA864A99-F6FF-47B9-9C92-1E34A5EA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5981A3A9-5928-4D0F-9330-6EC6476E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CD70688D-570D-4948-A4EE-2EEA5084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E57D8CF1-3D4E-4BBA-B749-DC290A9C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A990C0C3-0418-4E7C-A6F0-88C1450A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7E1E182D-410D-494C-897F-37FCE378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4CFF00C6-722E-42CB-BA78-459EC035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1F1C2761-1F55-4398-98F9-BFB2B212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269F9A95-D074-4784-9A91-79012BE4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CACA7257-EF19-4C00-8061-31D034A2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9F1C01EE-70E5-459A-989A-4CF9C5A9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834A8CF0-6647-49D5-8493-BEE62155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BE791004-EE1B-4467-A849-B83072DB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F934D005-E298-49EA-B814-4CC90919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755B773B-740B-4EB5-9CED-AE51EE91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539CF2B1-C0FE-4D01-8F23-450BABF5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1CCCACD6-86BA-4DD6-B42A-3137CBD5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03B13992-EE45-4705-806D-FB424EF7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FAFFBB5B-270F-421A-8D78-44BFFC0F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6E15B5C3-E645-4CE2-85C4-4A71AF54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0EA6DD34-FF26-4BF4-9C42-B049CCB9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03E55B8C-7918-4206-8E15-19123DD0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4B4B46FB-A389-4230-94E0-2C520027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94AB11D7-F577-49AD-9645-FD72404A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94CD66F1-1F6F-4D39-B12A-A5C3981D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CD481E5F-7A0B-4822-A857-EDB4E14A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460F764A-8909-4146-AC5A-2BF0C5FD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F1460965-0398-41AB-9F32-0FF8C6B9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75CC7951-0490-4866-94EF-8F6FCF7E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EFA993AC-FFFF-40CE-AF28-EE17BE80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CAAD7EFD-F28D-412F-A9F1-313ECC00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B3B408D5-3236-42F7-B142-4BD9DDAF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8A05C61C-9EF0-4228-90D4-266334A7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22EC1424-DEB1-4213-9295-6FBFAD40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5BC7AFDF-2924-4C7B-BB59-F0DB02A3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0407BA5F-AC02-4280-99BA-AFF234FC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0B32D73A-3B19-40C3-802B-8930195B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28EDFCDA-3F08-4775-B8EA-AC520AF8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AFEBA2AC-067D-4241-BE7E-2DD0F09E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02ED5560-0E89-4F06-A8F7-56651ADF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268329D0-356B-4112-B9DD-2329B85A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20A47121-C26B-4E82-9C75-19A20C80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0066B80F-38E6-4306-8856-7136B8E2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2EFFAF65-2187-41F4-822F-208A7D8A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FB24374A-0273-4FBE-836C-225850C6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9C20306F-62A7-473A-A373-407A612D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6F0C504C-C1A8-411E-BABD-1B8F441B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BD7F2ECE-6799-4345-8C4A-3EF8C45A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FBD3EDD8-B362-4A10-971E-6A469B98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6D18B0B4-DF60-438D-A77C-AE2C7241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266E00EC-1603-4DBD-BF43-CDA0198E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1B2A0DF6-B230-45F9-B279-681D8E70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F30F24F7-3869-48F7-A3B1-E3A31E9D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4DCC5B43-B51A-487E-A727-772A5340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338A987E-EBE6-469B-9A87-0676CFEF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BB030C2E-C96F-4794-A24A-E76FAEFE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4AF26BF-777A-4C6C-9301-8061C26D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BCF79E59-34DE-49A0-A1AD-083BCC58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874F873A-5C7A-4399-91F3-BFEA061A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135DB582-9007-4D06-AFFB-4382584B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E5F3CB58-2765-4607-A52C-667A827E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AA333FEE-0E3E-4747-8DDD-43031856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CCB6098B-2462-4F02-9396-C746F174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B1F55CA9-D662-462E-8933-369E54FC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CF598CAE-EBFC-46B8-8B07-C1B9B16A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56175927-0944-4922-A974-C55640EB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F9966830-B5F7-4E66-9691-887D62EA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73639174-97AC-4736-8BD3-BBDF7BA0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7D60C4DB-7ED2-4ED0-8AD3-255D0463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F2F824C0-BBBC-4338-A653-954CDC08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08C18502-FB04-441E-A2CA-76C0A5DF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C05EBAE9-0380-4FD4-95B9-D7DCFC55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A9659BFC-5579-4D37-A4F2-4B12B49D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142D0059-3404-4847-8DA9-410C0054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B7AFC067-571D-4798-8845-4FACD38F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89B7EB91-0412-4626-A32A-037D008B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897D2D3E-75BA-4BF6-98AF-A45DEB8F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142C7B18-4A54-4BC8-B066-D5B7D88C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4B86A223-3542-4040-84F2-5727ACA7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187C8527-3C82-4A32-87AD-D7ABF232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815B2C65-B87C-458A-AAB9-7C4B8EFB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0842EF72-0C78-40AF-8D75-4C82FD41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126BF527-2E1D-493B-8D8D-7E80A9E2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9E1E5819-0F90-4BB7-9DB3-F1311DE1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2D0EF272-C4A8-4B6E-9BD3-88214AEB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9DC22878-3C24-4036-BC55-80324DAE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83BE41BA-6092-4B08-80C0-227C93DF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14977C0D-65CC-4BAF-B372-E740809F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B74EEF95-EA81-404D-BB86-DE3E2244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AE27E0E4-3565-44DC-A1C6-00591745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1A882D7E-B64D-4A9E-AA45-09CCB5C7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47F85BED-071E-463F-9BB9-5E49D31E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83178F6C-620A-4BAA-9CD3-A1B70856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70FA7B7B-3F23-4970-91B2-6DB841F8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7DA1F21A-EFDF-46A5-9C3B-D447685B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79967FEE-6FB4-4CE6-BA4F-A4AD2A41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709DA1A5-373F-4843-B7B2-BCAAD7B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82E2C07A-9E7C-41BE-8828-9B21FC7B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9B6FB382-6336-4058-AC44-5B77510F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D4A2B677-8BB2-4446-A161-B2A9B20C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2C3F9C22-8D12-4F8E-8580-CDEEF0B2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93462540-0A46-4312-A808-FE06BAC1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B0718A09-3364-4247-A601-6A97F0DB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7B2CD6D1-096F-43C9-84DB-91CC8242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C631FEF7-850A-4C29-BE8E-F483899A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B84BF90C-52E8-4CF2-9A95-484BC5E5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7209884B-6A07-4379-97E8-A5842CB7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B4F76E3E-6D45-4F27-8C26-B809968B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A340A0F0-0E01-4A5B-BC8B-39E72811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5C20921A-0AB5-45A0-9658-D39EC028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95EAED56-B6CC-48AC-A5D0-55E10082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7C9BF636-0D2F-43F8-974F-A473E945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EAE54B33-1D33-4C6F-B6CA-D80A5803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F28E6D3E-BEFE-403A-9820-6272144C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776C07F3-71C9-4A98-954C-39628B02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E0C32219-1E8E-47BC-A086-23FE7267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81F0CBCB-54A5-491B-A2CB-5A865637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F6D4C54C-215C-466C-9A9D-723A606A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BE1D4BB5-88C8-453D-A8AD-97CC1466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D89AA2C2-7095-45DF-8D15-4BFC7145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B4A6F861-5018-414A-B737-9FB84627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AA3AADA5-CAAF-4816-A2E0-64771BEA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6037321F-6B00-45EB-8E39-6B3D9B71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AFEB6FA0-BC12-4389-B5C7-90EF40C2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46A6B5BD-0591-4883-AB79-C6BE2D4E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4275573D-68E7-47CF-98E6-38617F0F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A6FD4166-D204-4BDF-A14A-D0109458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F6C313AF-F9D7-48F0-A77E-F39E24B9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194AA661-BA7C-4816-9F8D-37D027BF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280A1F90-B1ED-4E00-AEC8-242B911A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297A0CEF-79BC-4A97-9C5C-C5B0CEBE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44145076-DE9B-4AB0-A184-21B2627D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20A3D9F5-796A-4964-B1AB-5F1CBDF6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7B599546-0EE3-44FF-81A5-E748E055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1B3811D9-E9CF-47AC-9DE4-F022F897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8C9F2CF4-8D16-4DD7-A480-49D0E81C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F339F1C3-4A5F-40CC-A121-956D79A1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5EC6A6FB-D4C6-4329-AE3D-B922A91E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A3727269-E621-4670-B98D-8296D707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B7137941-38B4-407D-9919-CBFB0D62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FA732A10-CAA3-44F5-AC9E-D18F8128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0115848B-ACB2-40AC-96EA-E3FE3749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FF901C1C-CA4C-4F6C-A7C2-EF110170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E89D0765-7ED0-49EB-8690-E5A35C3B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07EBAD63-6944-4C44-AA68-BFF9ED0A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593885F3-A3BC-4DF5-AC16-6A8234A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BD3A3EDC-827B-483B-BC53-5F83EB6E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A64CFB3C-98FE-450A-9C5F-E214CE77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AA7D74CA-2F4A-4656-96A2-2F8F2691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95C31285-15FB-49B3-8863-55A6FAFE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40F4BE70-1AD9-49F6-A43E-862F023F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4A29D901-4754-4E8E-AE6E-602DC6A6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32011339-D0A3-4B4B-AF42-8FD6810A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A37A4D36-2127-43F7-A5C1-10EA947D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B2A6AC01-79AF-49FB-AC0F-F8140029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C17161E0-6900-4764-A21B-3DD6A618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A0755EC4-39F3-4370-A447-D5F62FD6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6D6FCA35-229D-405A-927E-952818D2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AC84135E-7676-4E5D-ACD4-532AB80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B77ED5B0-193B-4228-A243-D87397D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B08A9C7D-48FC-459E-8BED-96D65EB3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A6031462-104E-4AC5-96A7-119CF909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DFB5B07F-1014-4892-BF68-5119F017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785A4C76-C845-4AB3-8C22-A41A7438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EB71E6C9-4FAC-43A4-9F8A-AC7BE0D5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D91AEDF1-108D-4B1F-9B26-26C9857F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2A13B20C-8102-400B-AA15-7F249888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4629375A-2658-454B-A2AD-A738940A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9FFB67D4-ED73-4DEB-BE7D-7963B50C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C2155C52-6722-4906-9FEB-7AE06B83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ACD9FECF-D8D5-4CF5-BC35-9EF5A169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BB5326CE-9D9B-4207-98C1-57E438FC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0B122B96-B69B-4A96-AAF8-BE4317A2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04E70393-7D07-45A6-90DC-F6EB700C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1725F87F-7D12-4B1B-B05D-6A3CF0A4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9703F2C2-30D8-4CF0-A941-9CB4E4A6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DC99281A-1FF6-4F68-923D-5AD2AD6D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3A637925-5C70-4C42-AB09-69DDB7F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C08F2CC7-A90D-4708-ADD7-E668B846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487AE23E-EE50-4723-AEAF-610B5F32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E6589B5A-83D7-4AD9-B0CF-0A5ADE4F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F243A9CE-8DD9-4C51-8223-B12AE462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E6A6654E-02C9-4130-B23E-97BA7ED3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26115D0C-6399-4DD5-B28F-471949C1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C56455DF-B740-4B0A-BEDE-FF8E70E1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A5DCCBA3-D966-488F-805C-E2F66518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D72D0FE6-E8B2-40A9-844E-DC8A6A26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DB12814E-BC42-4DE3-A740-78D352C3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A2E5B1DF-9530-4E58-A6FC-5348331D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9B7D2B8C-B42C-4677-B90B-B3D7F4C2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8D4363EC-8C3B-47C6-A379-526BF5D0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6A233D4D-70E8-4456-82A3-4F79BA77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D362B6EB-BEE4-4325-9D64-BC6DDD10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D95A88A0-33CD-4B25-99C1-DE196331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D8D552CB-B901-47A1-9FF4-85119834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11450BAD-C079-4BED-906E-6BDD2D6C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844FE2B1-6E13-4393-85DC-FDF13D42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7AB7CD02-CD4C-4F43-B9DD-4EC5AA8E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C5736E31-DC27-40DF-9129-7AC1CB3D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724A0A51-42B4-4A19-8A0A-6225F44D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A5F20365-00BA-4CB5-8859-D182E6F6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4744D3AE-FE46-4772-8158-AA9BD3C0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F4A9D9E1-3BEA-49F0-B913-B2CE48E1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2894A0B5-E4FB-419E-8701-E4AF0604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93155C32-01FA-4A4A-9258-7A97D257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C0B9CB44-B28A-4876-ABFC-1497D9BA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2C0146F5-C95E-48C9-9615-91DF3884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F686E465-192C-482B-8C12-8BBB1A26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5ED31E56-3CB1-421F-801A-92C4EBF3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1F2356E3-3B6C-401A-B421-8EC42ADF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F18655C4-FD91-41FF-821A-8139444D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A61CD7E8-8B0C-450F-BC93-7367296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806C64F1-A6E7-4AB8-8D22-3D21AEA2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C4C72752-0DD0-42A6-998B-0BCEE92D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F7EA7C58-3DC3-4CBB-92F2-0D5941F1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A8C0540C-C2A7-451B-AC8F-239059CB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3AA97B61-7F4A-486B-9410-B5FEA828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D8586A4B-3720-429D-BDFA-A1778CA4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151163A8-FC7E-4514-AFC4-F5EB6284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4D7A5CEC-2EB3-4BC4-AE2E-542975BF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9A3E58EC-3EFE-40FD-A77A-D3BBA323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19D0ACFB-AD80-49B6-9D14-A74943B7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00778C5F-F81D-4079-BEC3-8CDB9CD9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7CCDAE73-76FB-46BC-BE0F-E35A7FC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0DF745BC-713E-4037-BCCD-32EAB6D1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B9075584-3ACE-4EE9-86BB-3422438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E0B72182-DC51-460A-B914-DFF3E71A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7815869D-1056-4E99-8146-1B9B9F6B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C65F43BA-A7F6-4B45-B9DF-CAE15965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9A901592-60CF-48D4-9282-A629CB7C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45CE90FB-CE93-4705-983B-CC5A814F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29F65327-5634-4FB4-AD34-4F711CB3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2B9388AD-BB61-4CB4-8228-5CA0A265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B62F6D3F-6145-479F-A81C-AF2C09E5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BE6813AB-374A-4702-BE38-468B7E6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061FDBB7-54FB-46CB-BBEF-9DAB8ED3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A680BB8F-7505-44C3-8779-9533084D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C9CDB88B-4908-4083-B3F9-873B70C4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F54E86A4-3F9B-4A65-AEEE-08CFBD33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C3573DAA-6B0D-4141-B458-6F2BEA58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7E1DC236-C6C4-4453-86FD-E040EB3D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743406BD-1439-465D-A24F-2AD28A8B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6F1661C5-F457-4613-9A14-D94FD9CA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A0826BFE-EE4A-4CDA-8F51-2F823993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2E9AD24A-EFFB-44DE-8C4C-97F5A781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2A47C19F-5F87-4DF9-A004-52088B44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ADC4FEFF-07F4-423C-AF93-492E2A11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DAEB50FF-EF55-4C8C-8732-9030246F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CAC8B2A8-DDD7-4D22-8F95-78E07B1F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B576A79A-768D-4E06-9C8C-C951FE92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9A2CA6CC-4C27-4EDC-9F7E-A43D1129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4DA5C701-C1C5-4DCB-9246-15995D64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C2E22081-7EF3-41CC-BD13-F3B5AA0B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1135939D-2442-4AC0-BF37-25A595E2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EBCCAD39-8BBE-4A4E-93E5-418AB37D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EDA38887-2D4A-4AE0-AF3D-AA53B64B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06A943FC-35DD-462B-8A40-23D499C0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5868D7FE-0382-47F7-AD2F-E4E0B7C4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33C23A0D-17D9-4B4D-B0BF-23252DFA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2CFB033C-0CC6-4393-941A-D4AF3ADD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B9D330B6-9312-46CA-AE63-4D494090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67789E25-E1C0-4AD0-BB7C-804ED711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2550F075-C38B-4267-B3BD-C49BDAE9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BD01357F-E15A-485B-875B-C7376835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B2FE5822-15C2-4023-BECC-A8F534E2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BA07C610-D40D-41F5-B894-A133B2CB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03B52ACA-55AD-4D39-857F-81E33C26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8D5BCA36-44F6-4F25-8852-A9738191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FC82BBA2-EE6D-4CCB-A99F-29ED2D5B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95EE68D7-42EC-4C24-8D10-9B70DC85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AF87B63B-D001-456C-B35A-5ADC9C73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69E04BF1-FA4E-4748-A031-D9B0CC51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A5607857-994F-401D-9968-E3B469CD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25B725BD-F30B-4852-9D14-2DA38676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8B4E3B82-E0DA-4C62-9616-554B8891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4321FBE3-1021-429B-ACE1-2CAF5465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C64931E6-F04F-433F-8E53-BC81E8AF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57212A55-DB20-4753-9108-8FC05548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D1E3A229-1EA5-422E-B30B-7FEBF29D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8433FDD5-87E0-46F1-B909-3CDDC4A3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39EA8F09-D0BE-4B6A-AFCC-3D2E1C5E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503D0F77-9451-4301-B52B-78393FB9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75A18FB1-5B1C-4016-9D13-CA6C5BA2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B74F680A-F321-40FC-8F1C-675BA060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A80BBEB9-E95D-4BFD-9660-0DE4A0D1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CC8F9C65-57DB-4535-A833-6A8FBF9C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D60D5149-A8D6-42DA-A2F8-2494A66B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CF47A4BB-2C9C-4C67-9C84-83F6236F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4B21151E-6329-48CD-84D2-E545B7C9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F7519ADC-F8A3-4238-AC12-2A71CDE9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34FE833F-80AC-48B0-84AD-0F32D72F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5370BABA-AA39-41FC-B3B2-E64A7EB1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760891DC-EA62-46A7-9EB6-2110B014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41C1B514-7571-46CD-852C-405323CC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59F5F649-A5E2-4A8E-B29F-2457D136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293E14CD-56C8-48B6-A325-6FD57FA4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75C1B87E-9CB0-40FF-B088-599039E4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102BC19D-51F0-4FB9-A80F-335E018A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1A456BB7-6A51-4295-B230-AF0AF589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747C4B31-C78B-48FA-AE9B-E61172B0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D60AD652-7B8E-4923-B7BB-D65F074E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16A47841-80D5-4BAA-B703-52A9D00A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E035B6C5-C590-487C-8427-3D4B8E01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03AAE37D-D478-490C-BECD-4E6502BD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7C36FEA7-6C43-44B1-9C40-AC2CA57A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76965EC2-093F-45C1-AD39-5465FBC9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E99DB976-7EF4-4C32-BE43-A84C5254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F773863E-9FD3-4C33-9991-6F469606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C8AE4CFB-2FC4-4669-806F-655B756E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AF4DC167-CCF0-4FE1-B75E-05559F88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9580B784-472D-4C21-9E39-E8E0A0DF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A585A4EA-C6F7-4661-AE31-FCA7E60F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866633D3-78C1-4804-8E77-B989C78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3C01B867-D4DC-4484-8EB3-A491B534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ABCB675F-51CF-4718-8CE1-026EC966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22A39B14-B7F5-463D-B4F3-61F7477C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AB637C91-D4DE-4FA7-8CB0-7CCC5323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B67C1625-51EC-46AE-857E-3708F425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8BAFCF0D-BCFA-4DC1-9304-B693C475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A5A50BDF-5A41-44AF-B32D-6E4146CE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756FEBBC-5472-4A5E-A5A1-7BCA32C9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88EFCD46-FED8-4587-AB5A-996008F7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26457A98-D8CE-4D6C-A1FF-D9F0651B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8296A186-0C3C-4D89-8336-B1080E9B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9AF8BFAC-4A14-4C23-92E8-68D4C44F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EECFCB7D-2E13-4819-96A6-04551F9C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25AB3885-647A-4F4B-BEA6-9080492F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DE60022E-0CF6-4765-A39F-FA2212DF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95BB3CCF-53D9-46F0-A487-F4D81984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BC0EB07E-A8FD-421E-8833-030A1DD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651A3635-2F10-456F-8D86-B2908A31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E96B6510-EE84-45DA-8C4B-CC2559F7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EA64B77A-06F7-4128-9CA2-C08E543A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B0DCE1C8-40E1-47C6-9FCE-5F0132E5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214B0948-B971-4E03-88EF-C623D5EF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10A16902-151B-4B2E-AA76-8A03E8C0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8D6269CD-23DA-4A89-9F64-E52687C1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E72BC8EA-902C-4B9D-B35B-BC6E7200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85DE0DED-C44C-4F09-9330-1EFDFA23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965FCDF9-15FB-416B-BDD0-CE03DBA7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51CF7ACB-5218-4013-8240-30873583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93D3A8FC-5D4E-417B-A925-4A723810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0211CAC5-B8DC-45F8-B82A-6388C0B6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666849F6-7FA3-4DF8-9EAA-5C4BE895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ED47F528-8751-486E-B31B-FCD08C2B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A193C673-00B1-4DF6-AA50-3C8BE0C1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5A49EC20-CEC5-44A3-86E5-EA53429B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96DDDA75-8678-4A3F-BB14-07C36FC0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5D00A819-01B9-4D3D-A5CB-8A7887DD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A0173CAE-B49B-4653-919E-3574A48B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7B80781B-8126-4594-AED8-5E2E91DF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CE064032-6DEC-40DA-AABB-AE31449C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D68FF927-CC30-4031-97D8-6CC43C37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60360BE2-0FC4-40C7-AFC4-B363AF09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03EB2569-C02C-4295-AA9E-D68F9ACE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E18EC45F-7E5B-43D8-BF1C-EFABE523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A0B4EA86-76E0-47E8-82BC-4B974679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A4F5E29B-BD34-41DF-A482-37A0B6B6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A7543652-82E3-4719-A037-88DF4575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369D49D0-417E-4943-A7A3-FCBE80F0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5F009983-9A53-42F8-94B0-204D4FB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88A62DA9-BC47-43AC-92F6-47BCBDC9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767FB1CB-DB30-4A48-A898-D4816037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86C7F159-C0EB-43C7-97E3-4A55D652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C8745DC1-498E-48C9-9DE7-73B3E72B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B4587F71-CD85-43FE-BE65-381F93B6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E22AAC4A-E1E9-431E-9B24-7BCC6F81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26CF803F-06E4-4EB7-ACE5-4396BCFF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14257511-D7E9-40E1-9112-4BCB7B1F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80F7C56A-09E9-4464-8A72-8A08FA55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6115A778-810B-454A-99C4-E7D5FAB4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E8F9170D-1D0D-414E-9812-566903A5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FA14BCA0-318E-4DBD-8F79-65B439FF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33FB63BC-128F-4665-ADD7-F3C8A563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DE11CA0B-F028-4F6B-A668-45611D6B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1CAA50F4-2C9E-4AE3-BC29-B0C019FD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2581D8ED-B9B3-4EC7-B197-0C6874E0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06576580-F10B-4AFE-9CD4-52826285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74E3D426-CDCB-4251-9638-F0943AB0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BAD5E3F3-6C31-4EBA-9F11-34491F6A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E689BAF4-5A19-4333-BEE3-106D3094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BA938957-BCBC-42EB-BD80-0FB5DBDC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40E7B5DB-6361-408D-B835-DB09F2CC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0B966915-8082-4C96-B0DF-26B28958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25137C74-BF79-421C-9E85-411E92C0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D2CCAA12-13C3-4660-86D6-992379F8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A7CA2FA7-6B09-49DF-B6B9-F06D9013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08667699-6424-44DE-8DA8-847435B5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671282AE-E5BD-4FB0-B292-B41D387D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F9856E32-8C51-422C-926E-7BEFE390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E5BE1BA7-1C03-4EBA-B74A-39D92897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D4D062F3-8BA5-4809-8824-93D6C7FE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D748BB11-5B8C-4501-B40D-56117AAC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629A02C0-CFD1-4763-99B6-1DB1F91E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6C0DA074-BA88-4F54-8C0F-3A475C37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E995B907-B4D4-4188-83D3-7DE7C65D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D19342AB-539C-4E8F-86B6-37A847C4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6D43540B-7805-4997-B690-17A7A94D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4847D861-9ED3-465C-A341-4D5A9EA7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5581875E-99F5-4D6A-9E09-F9E65417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128B39F2-2B37-4AA7-8201-88ED395A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91381B4B-1492-4C85-982F-126D4148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2EFE1D2C-61E1-44BD-A83F-1FB5EE3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12E1FAEF-367F-4AE3-B258-6DD322FC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D0974D7B-D099-479B-9537-BA11ABBB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71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56E77262-43E0-4D1D-A780-74C074D0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7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3DED1F8B-6140-43DF-B8E1-04E18BC9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42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9B8DE573-D976-4C8F-8E95-8EFF2272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28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D8B7253E-5E7C-4810-BABC-F10CF4A4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14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D9096457-1F43-45F8-9274-2B885203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600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D7667DC2-37A9-4DA3-BD00-2A00F062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885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EB83275D-DF47-4383-ABA1-9F114814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171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D02520F8-F653-40C4-9067-2DAAC577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57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F5E8EAF3-E9EE-4249-B95A-ACC97EF0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743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BB490221-2686-4B8D-8ECD-98550B03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028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DC7D8CCF-499D-4DE1-AE77-121481A2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314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F21290CE-2E8A-4578-9CCB-9B3BB5A2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00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A2CF2C04-4E39-44E5-AFFD-905B6EEE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886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3D53D135-DEEB-4030-985C-975F1D82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5A146189-3795-4045-AFE2-310D5009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457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4D7088E6-B337-4BD2-9184-3B5BEAB2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743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D882CA3C-0AE3-476D-AC0C-76F9AA67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29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3BED416B-1D2A-4184-B522-6AC012A8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34B3BB77-4C4C-4032-A258-1FC9E52C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00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C0150408-0737-4D3E-9300-238CAEE7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864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EC3203D4-C22D-4B91-B6AB-0FCB7517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1722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F5F4089B-C45D-4C26-BC3C-68A1F4DE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BAE9D998-ED74-4ACF-AF66-BF4D06F0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74370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100765AC-7D32-4D1F-A254-F4479D42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F4B409BB-D1D9-401A-B9F0-43737CF3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41139D7C-1238-4BE3-8CB8-BD9E47A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998486BC-CF80-4C8D-9FAF-9C4945FE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從校園法規參考實作，走向治理型知識平台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44FB8147-DECB-4F88-8E31-A765ABB8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優先補齊權限、增量索引與可觀測性，再擴展多組織能力。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6918234C-3407-44D0-B2CA-5923ACC1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24075"/>
            <a:ext cx="30480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7DCDBA54-3A25-4FDD-8260-0F2CA08F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30480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A3708150-B09B-4D03-9A16-AB72AFC4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615C8E6E-5D6F-4755-A381-06B47DAD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1EEC62BC-2208-48A0-A01B-DB101A13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PHASE 01</a:t>
            </a:r>
          </a:p>
        </p:txBody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E435256F-EC2F-4933-A136-C5635C5E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2590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Production-ready</a:t>
            </a:r>
          </a:p>
        </p:txBody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FED4DB2C-9A25-4E61-A5E3-FE7B355F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590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RBAC / SSO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增量索引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監控與備份演練</a:t>
            </a:r>
          </a:p>
        </p:txBody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352EF93B-426A-4C27-903F-58FE78B0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24075"/>
            <a:ext cx="30480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CB225348-2265-4BF9-85B2-DE524A5E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57400"/>
            <a:ext cx="30480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EAA7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1AA83DD1-F0C3-42B2-8B4A-FD9A9FF1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14575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635CA3D1-C2E3-46EF-B1E5-2ACA4C8E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8EEC0512-E6AC-468F-8AEB-F12FA5A2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PHASE 02</a:t>
            </a:r>
          </a:p>
        </p:txBody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8BD336AB-EA37-4C64-BF2D-8F5ED6A6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19400"/>
            <a:ext cx="2590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Organization-ready</a:t>
            </a:r>
          </a:p>
        </p:txBody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59BA296C-AC84-4B81-B90C-9576F835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48050"/>
            <a:ext cx="2590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審批工作流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多租戶隔離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完整 audit log</a:t>
            </a:r>
          </a:p>
        </p:txBody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0708E6E8-FE79-4055-B41F-AF2EEE72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24075"/>
            <a:ext cx="30480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9B861273-6DB4-4DAB-B395-259BDA03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57400"/>
            <a:ext cx="30480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A98045FF-BB78-4B14-86EC-8E57E8CC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14575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405B0B5B-BCD2-4D97-B4A7-86380612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860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A79B7E71-41DD-4080-B0EF-DFD5E875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33625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PHASE 03</a:t>
            </a:r>
          </a:p>
        </p:txBody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640F0991-591D-455C-B2A5-5CA2E84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19400"/>
            <a:ext cx="2590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E252B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E252B"/>
                </a:solidFill>
                <a:latin typeface="PingFang TC"/>
                <a:ea typeface="PingFang TC"/>
                <a:cs typeface="PingFang TC"/>
              </a:rPr>
              <a:t>Platform-ready</a:t>
            </a:r>
          </a:p>
        </p:txBody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F28741D4-9277-4CD1-AF53-0009B38C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48050"/>
            <a:ext cx="2590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資料來源連接器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自動評估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66717A"/>
                </a:solidFill>
                <a:latin typeface="PingFang TC"/>
                <a:ea typeface="PingFang TC"/>
                <a:cs typeface="PingFang TC"/>
              </a:rPr>
              <a:t>託管與治理方案</a:t>
            </a:r>
          </a:p>
        </p:txBody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578A12CD-DCA7-4F72-A58E-418357E5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362575"/>
            <a:ext cx="897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FDF36BF5-F9F2-4094-9BBB-D0FC4BF1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14950"/>
            <a:ext cx="897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B55CE50E-10A2-4ED1-8361-EDAF588E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95925"/>
            <a:ext cx="843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商業核心不是「多一個聊天機器人」，而是讓組織知道：現在有效的是哪一份規章。</a:t>
            </a:r>
          </a:p>
        </p:txBody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3C3822C7-E98A-445A-86E7-D883212D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48250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E252B"/>
            </a:solidFill>
            <a:prstDash val="solid"/>
          </a:ln>
        </p:spPr>
      </p:sp>
      <p:pic>
        <p:nvPicPr>
          <p:cNvPr id="10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a59e3f6e8496e"/>
          <a:stretch xmlns:a="http://schemas.openxmlformats.org/drawingml/2006/main"/>
        </p:blipFill>
        <p:spPr>
          <a:xfrm xmlns:a="http://schemas.openxmlformats.org/drawingml/2006/main">
            <a:off x="10277475" y="5153025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8991AF1D-F344-4E13-9972-5AF5820B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BCEC6E49-96F5-4EB4-A381-9628629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17A"/>
                </a:solidFill>
                <a:latin typeface="Aptos"/>
                <a:ea typeface="Aptos"/>
                <a:cs typeface="Aptos"/>
              </a:rPr>
              <a:t>SCU LAW RAG · 非官方學生開源專案</a:t>
            </a:r>
          </a:p>
        </p:txBody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464A14AC-E169-4680-8691-8F14E130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31D9D54C-E673-4E85-A6B6-C7087722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857750"/>
            <a:ext cx="11239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55EFC4"/>
          </a:solidFill>
          <a:ln xmlns:a="http://schemas.openxmlformats.org/drawingml/2006/main" w="19050">
            <a:solidFill>
              <a:srgbClr val="1E252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E252B"/>
                </a:solidFill>
                <a:latin typeface="Aptos Mono"/>
                <a:ea typeface="Aptos Mono"/>
                <a:cs typeface="Aptos Mono"/>
              </a:rPr>
              <a:t>GITHUB</a:t>
            </a:r>
          </a:p>
        </p:txBody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974E72D8-2D10-4F9A-8247-365A01D7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96025"/>
            <a:ext cx="1581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4169A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169A8"/>
                </a:solidFill>
                <a:latin typeface="Aptos"/>
                <a:ea typeface="Aptos"/>
                <a:cs typeface="Aptos"/>
              </a:rPr>
              <a:t>github.com/benson927/SCU-RAG-System</a:t>
            </a:r>
          </a:p>
        </p:txBody>
      </p:sp>
    </p:spTree>
    <p:extLst>
      <p:ext uri="{BB962C8B-B14F-4D97-AF65-F5344CB8AC3E}">
        <p14:creationId xmlns:p14="http://schemas.microsoft.com/office/powerpoint/2010/main" val="1685078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2026-06-06T07:52:58.9390000Z</dcterms:created>
  <dcterms:modified xsi:type="dcterms:W3CDTF">2026-06-06T07:52:58.9390000Z</dcterms:modified>
</coreProperties>
</file>